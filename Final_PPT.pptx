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  <p:sldMasterId id="2147483723" r:id="rId2"/>
    <p:sldMasterId id="2147483727" r:id="rId3"/>
    <p:sldMasterId id="2147483730" r:id="rId4"/>
    <p:sldMasterId id="2147483733" r:id="rId5"/>
    <p:sldMasterId id="2147483736" r:id="rId6"/>
  </p:sldMasterIdLst>
  <p:sldIdLst>
    <p:sldId id="256" r:id="rId7"/>
    <p:sldId id="257" r:id="rId8"/>
    <p:sldId id="259" r:id="rId9"/>
    <p:sldId id="260" r:id="rId10"/>
    <p:sldId id="264" r:id="rId11"/>
    <p:sldId id="279" r:id="rId12"/>
    <p:sldId id="272" r:id="rId13"/>
    <p:sldId id="280" r:id="rId14"/>
    <p:sldId id="276" r:id="rId15"/>
    <p:sldId id="281" r:id="rId16"/>
    <p:sldId id="277" r:id="rId17"/>
    <p:sldId id="282" r:id="rId18"/>
    <p:sldId id="278" r:id="rId19"/>
    <p:sldId id="273" r:id="rId20"/>
    <p:sldId id="274" r:id="rId21"/>
    <p:sldId id="275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143000" y="1686127"/>
            <a:ext cx="6858000" cy="277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143000" y="4549418"/>
            <a:ext cx="6858000" cy="46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4" name="Google Shape;14;p15"/>
          <p:cNvGrpSpPr/>
          <p:nvPr/>
        </p:nvGrpSpPr>
        <p:grpSpPr>
          <a:xfrm>
            <a:off x="-450421" y="-511791"/>
            <a:ext cx="1507863" cy="2013704"/>
            <a:chOff x="39184" y="-151930"/>
            <a:chExt cx="1309806" cy="1311904"/>
          </a:xfrm>
        </p:grpSpPr>
        <p:sp>
          <p:nvSpPr>
            <p:cNvPr id="15" name="Google Shape;15;p15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5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5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5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5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5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5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5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5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5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5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5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5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5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5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5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5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5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5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5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5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5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5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5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5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5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5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5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5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5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 flipH="1">
            <a:off x="8057476" y="5477840"/>
            <a:ext cx="1507863" cy="2013704"/>
            <a:chOff x="39184" y="-151930"/>
            <a:chExt cx="1309806" cy="1311904"/>
          </a:xfrm>
        </p:grpSpPr>
        <p:sp>
          <p:nvSpPr>
            <p:cNvPr id="133" name="Google Shape;133;p15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40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obj">
  <p:cSld name="Title and body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723900" y="736599"/>
            <a:ext cx="7696200" cy="85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2" name="Google Shape;252;p16"/>
          <p:cNvSpPr txBox="1">
            <a:spLocks noGrp="1"/>
          </p:cNvSpPr>
          <p:nvPr>
            <p:ph type="body" idx="1"/>
          </p:nvPr>
        </p:nvSpPr>
        <p:spPr>
          <a:xfrm>
            <a:off x="723900" y="1667482"/>
            <a:ext cx="7696200" cy="43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3" name="Google Shape;253;p16"/>
          <p:cNvSpPr/>
          <p:nvPr/>
        </p:nvSpPr>
        <p:spPr>
          <a:xfrm>
            <a:off x="8403036" y="5870048"/>
            <a:ext cx="740964" cy="987952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-1093603" y="4015455"/>
            <a:ext cx="2187206" cy="343404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6"/>
          <p:cNvGrpSpPr/>
          <p:nvPr/>
        </p:nvGrpSpPr>
        <p:grpSpPr>
          <a:xfrm>
            <a:off x="8335772" y="-944696"/>
            <a:ext cx="1507863" cy="2013704"/>
            <a:chOff x="39184" y="-151930"/>
            <a:chExt cx="1309806" cy="1311904"/>
          </a:xfrm>
        </p:grpSpPr>
        <p:sp>
          <p:nvSpPr>
            <p:cNvPr id="256" name="Google Shape;256;p16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6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6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6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6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6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16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"/>
          <p:cNvSpPr txBox="1">
            <a:spLocks noGrp="1"/>
          </p:cNvSpPr>
          <p:nvPr>
            <p:ph type="dt" idx="10"/>
          </p:nvPr>
        </p:nvSpPr>
        <p:spPr>
          <a:xfrm>
            <a:off x="723900" y="6356351"/>
            <a:ext cx="1962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75" name="Google Shape;375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76" name="Google Shape;376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1962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77" name="Google Shape;377;p17"/>
          <p:cNvSpPr txBox="1">
            <a:spLocks noGrp="1"/>
          </p:cNvSpPr>
          <p:nvPr>
            <p:ph type="body" idx="1"/>
          </p:nvPr>
        </p:nvSpPr>
        <p:spPr>
          <a:xfrm>
            <a:off x="1252228" y="3103628"/>
            <a:ext cx="2867644" cy="70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8" name="Google Shape;378;p17"/>
          <p:cNvSpPr txBox="1">
            <a:spLocks noGrp="1"/>
          </p:cNvSpPr>
          <p:nvPr>
            <p:ph type="body" idx="2"/>
          </p:nvPr>
        </p:nvSpPr>
        <p:spPr>
          <a:xfrm>
            <a:off x="2036323" y="2450618"/>
            <a:ext cx="2083549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9" name="Google Shape;379;p17"/>
          <p:cNvSpPr txBox="1">
            <a:spLocks noGrp="1"/>
          </p:cNvSpPr>
          <p:nvPr>
            <p:ph type="body" idx="3"/>
          </p:nvPr>
        </p:nvSpPr>
        <p:spPr>
          <a:xfrm>
            <a:off x="1261146" y="2450616"/>
            <a:ext cx="775175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0" name="Google Shape;380;p17"/>
          <p:cNvSpPr txBox="1">
            <a:spLocks noGrp="1"/>
          </p:cNvSpPr>
          <p:nvPr>
            <p:ph type="body" idx="4"/>
          </p:nvPr>
        </p:nvSpPr>
        <p:spPr>
          <a:xfrm>
            <a:off x="5024130" y="3103627"/>
            <a:ext cx="2867642" cy="70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1" name="Google Shape;381;p17"/>
          <p:cNvSpPr txBox="1">
            <a:spLocks noGrp="1"/>
          </p:cNvSpPr>
          <p:nvPr>
            <p:ph type="body" idx="5"/>
          </p:nvPr>
        </p:nvSpPr>
        <p:spPr>
          <a:xfrm>
            <a:off x="5808222" y="2450618"/>
            <a:ext cx="2083549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2" name="Google Shape;382;p17"/>
          <p:cNvSpPr txBox="1">
            <a:spLocks noGrp="1"/>
          </p:cNvSpPr>
          <p:nvPr>
            <p:ph type="body" idx="6"/>
          </p:nvPr>
        </p:nvSpPr>
        <p:spPr>
          <a:xfrm>
            <a:off x="5024128" y="2450616"/>
            <a:ext cx="775173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3" name="Google Shape;383;p17"/>
          <p:cNvSpPr txBox="1">
            <a:spLocks noGrp="1"/>
          </p:cNvSpPr>
          <p:nvPr>
            <p:ph type="body" idx="7"/>
          </p:nvPr>
        </p:nvSpPr>
        <p:spPr>
          <a:xfrm>
            <a:off x="5024128" y="5062758"/>
            <a:ext cx="2867642" cy="70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4" name="Google Shape;384;p17"/>
          <p:cNvSpPr txBox="1">
            <a:spLocks noGrp="1"/>
          </p:cNvSpPr>
          <p:nvPr>
            <p:ph type="body" idx="8"/>
          </p:nvPr>
        </p:nvSpPr>
        <p:spPr>
          <a:xfrm>
            <a:off x="5808219" y="4409747"/>
            <a:ext cx="2083551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5" name="Google Shape;385;p17"/>
          <p:cNvSpPr txBox="1">
            <a:spLocks noGrp="1"/>
          </p:cNvSpPr>
          <p:nvPr>
            <p:ph type="body" idx="9"/>
          </p:nvPr>
        </p:nvSpPr>
        <p:spPr>
          <a:xfrm>
            <a:off x="5024126" y="4409747"/>
            <a:ext cx="775174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6" name="Google Shape;386;p17"/>
          <p:cNvSpPr txBox="1">
            <a:spLocks noGrp="1"/>
          </p:cNvSpPr>
          <p:nvPr>
            <p:ph type="body" idx="13"/>
          </p:nvPr>
        </p:nvSpPr>
        <p:spPr>
          <a:xfrm>
            <a:off x="1252228" y="5062759"/>
            <a:ext cx="2867644" cy="70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7" name="Google Shape;387;p17"/>
          <p:cNvSpPr txBox="1">
            <a:spLocks noGrp="1"/>
          </p:cNvSpPr>
          <p:nvPr>
            <p:ph type="body" idx="14"/>
          </p:nvPr>
        </p:nvSpPr>
        <p:spPr>
          <a:xfrm>
            <a:off x="2036322" y="4409748"/>
            <a:ext cx="2083550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8" name="Google Shape;388;p17"/>
          <p:cNvSpPr txBox="1">
            <a:spLocks noGrp="1"/>
          </p:cNvSpPr>
          <p:nvPr>
            <p:ph type="body" idx="15"/>
          </p:nvPr>
        </p:nvSpPr>
        <p:spPr>
          <a:xfrm>
            <a:off x="1261146" y="4409747"/>
            <a:ext cx="775174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9" name="Google Shape;389;p17"/>
          <p:cNvSpPr txBox="1">
            <a:spLocks noGrp="1"/>
          </p:cNvSpPr>
          <p:nvPr>
            <p:ph type="title"/>
          </p:nvPr>
        </p:nvSpPr>
        <p:spPr>
          <a:xfrm>
            <a:off x="723900" y="736599"/>
            <a:ext cx="7696200" cy="85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 rot="10800000">
            <a:off x="-605116" y="5552164"/>
            <a:ext cx="2187206" cy="343404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17"/>
          <p:cNvGrpSpPr/>
          <p:nvPr/>
        </p:nvGrpSpPr>
        <p:grpSpPr>
          <a:xfrm>
            <a:off x="7891769" y="-517426"/>
            <a:ext cx="1658248" cy="1710023"/>
            <a:chOff x="5136226" y="2246221"/>
            <a:chExt cx="1254126" cy="969962"/>
          </a:xfrm>
        </p:grpSpPr>
        <p:sp>
          <p:nvSpPr>
            <p:cNvPr id="392" name="Google Shape;392;p17"/>
            <p:cNvSpPr/>
            <p:nvPr/>
          </p:nvSpPr>
          <p:spPr>
            <a:xfrm>
              <a:off x="5448964" y="2246221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5136226" y="255895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5521989" y="2570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17"/>
          <p:cNvGrpSpPr/>
          <p:nvPr/>
        </p:nvGrpSpPr>
        <p:grpSpPr>
          <a:xfrm>
            <a:off x="-883944" y="3926204"/>
            <a:ext cx="1507863" cy="2013704"/>
            <a:chOff x="39184" y="-151930"/>
            <a:chExt cx="1309806" cy="1311904"/>
          </a:xfrm>
        </p:grpSpPr>
        <p:sp>
          <p:nvSpPr>
            <p:cNvPr id="397" name="Google Shape;397;p17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7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130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 txBox="1">
            <a:spLocks noGrp="1"/>
          </p:cNvSpPr>
          <p:nvPr>
            <p:ph type="title"/>
          </p:nvPr>
        </p:nvSpPr>
        <p:spPr>
          <a:xfrm>
            <a:off x="723900" y="2628627"/>
            <a:ext cx="6883130" cy="106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5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6" name="Google Shape;516;p18"/>
          <p:cNvSpPr txBox="1">
            <a:spLocks noGrp="1"/>
          </p:cNvSpPr>
          <p:nvPr>
            <p:ph type="body" idx="1"/>
          </p:nvPr>
        </p:nvSpPr>
        <p:spPr>
          <a:xfrm>
            <a:off x="723900" y="3636248"/>
            <a:ext cx="6883130" cy="599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7" name="Google Shape;517;p18"/>
          <p:cNvSpPr txBox="1">
            <a:spLocks noGrp="1"/>
          </p:cNvSpPr>
          <p:nvPr>
            <p:ph type="body" idx="2"/>
          </p:nvPr>
        </p:nvSpPr>
        <p:spPr>
          <a:xfrm>
            <a:off x="723902" y="1299689"/>
            <a:ext cx="1117869" cy="86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18" name="Google Shape;518;p18"/>
          <p:cNvGrpSpPr/>
          <p:nvPr/>
        </p:nvGrpSpPr>
        <p:grpSpPr>
          <a:xfrm rot="10800000">
            <a:off x="7203958" y="-206876"/>
            <a:ext cx="2187206" cy="3719511"/>
            <a:chOff x="3700202" y="2700338"/>
            <a:chExt cx="1654175" cy="2109788"/>
          </a:xfrm>
        </p:grpSpPr>
        <p:sp>
          <p:nvSpPr>
            <p:cNvPr id="519" name="Google Shape;519;p18"/>
            <p:cNvSpPr/>
            <p:nvPr/>
          </p:nvSpPr>
          <p:spPr>
            <a:xfrm>
              <a:off x="3700202" y="2700338"/>
              <a:ext cx="1654175" cy="2109788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3703377" y="3690938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4057390" y="3656013"/>
              <a:ext cx="935038" cy="652463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3746240" y="3967163"/>
              <a:ext cx="935038" cy="652463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4128827" y="3976688"/>
              <a:ext cx="401638" cy="401638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4211377" y="3895725"/>
              <a:ext cx="401638" cy="401638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18"/>
          <p:cNvSpPr/>
          <p:nvPr/>
        </p:nvSpPr>
        <p:spPr>
          <a:xfrm rot="5400000">
            <a:off x="-115623" y="5028490"/>
            <a:ext cx="987952" cy="740964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" name="Google Shape;526;p18"/>
          <p:cNvGrpSpPr/>
          <p:nvPr/>
        </p:nvGrpSpPr>
        <p:grpSpPr>
          <a:xfrm>
            <a:off x="-36209" y="5477337"/>
            <a:ext cx="1658248" cy="1710023"/>
            <a:chOff x="5136226" y="2246221"/>
            <a:chExt cx="1254126" cy="969962"/>
          </a:xfrm>
        </p:grpSpPr>
        <p:sp>
          <p:nvSpPr>
            <p:cNvPr id="527" name="Google Shape;527;p18"/>
            <p:cNvSpPr/>
            <p:nvPr/>
          </p:nvSpPr>
          <p:spPr>
            <a:xfrm>
              <a:off x="5448964" y="2246221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5136226" y="255895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5521989" y="2570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" name="Google Shape;531;p18"/>
          <p:cNvGrpSpPr/>
          <p:nvPr/>
        </p:nvGrpSpPr>
        <p:grpSpPr>
          <a:xfrm flipH="1">
            <a:off x="8012765" y="5401753"/>
            <a:ext cx="1507863" cy="2013704"/>
            <a:chOff x="39184" y="-151930"/>
            <a:chExt cx="1309806" cy="1311904"/>
          </a:xfrm>
        </p:grpSpPr>
        <p:sp>
          <p:nvSpPr>
            <p:cNvPr id="532" name="Google Shape;532;p18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8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8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889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9"/>
          <p:cNvSpPr txBox="1">
            <a:spLocks noGrp="1"/>
          </p:cNvSpPr>
          <p:nvPr>
            <p:ph type="body" idx="1"/>
          </p:nvPr>
        </p:nvSpPr>
        <p:spPr>
          <a:xfrm>
            <a:off x="723901" y="1772598"/>
            <a:ext cx="3848100" cy="306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1" name="Google Shape;651;p19"/>
          <p:cNvSpPr txBox="1">
            <a:spLocks noGrp="1"/>
          </p:cNvSpPr>
          <p:nvPr>
            <p:ph type="title"/>
          </p:nvPr>
        </p:nvSpPr>
        <p:spPr>
          <a:xfrm>
            <a:off x="723900" y="736599"/>
            <a:ext cx="7696200" cy="85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2" name="Google Shape;652;p19"/>
          <p:cNvSpPr/>
          <p:nvPr/>
        </p:nvSpPr>
        <p:spPr>
          <a:xfrm>
            <a:off x="8421714" y="5869715"/>
            <a:ext cx="740964" cy="987952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9"/>
          <p:cNvSpPr>
            <a:spLocks noGrp="1"/>
          </p:cNvSpPr>
          <p:nvPr>
            <p:ph type="pic" idx="2"/>
          </p:nvPr>
        </p:nvSpPr>
        <p:spPr>
          <a:xfrm>
            <a:off x="5124450" y="1783247"/>
            <a:ext cx="3295650" cy="3739488"/>
          </a:xfrm>
          <a:prstGeom prst="roundRect">
            <a:avLst>
              <a:gd name="adj" fmla="val 7665"/>
            </a:avLst>
          </a:prstGeom>
          <a:noFill/>
          <a:ln>
            <a:noFill/>
          </a:ln>
        </p:spPr>
      </p:sp>
      <p:grpSp>
        <p:nvGrpSpPr>
          <p:cNvPr id="654" name="Google Shape;654;p19"/>
          <p:cNvGrpSpPr/>
          <p:nvPr/>
        </p:nvGrpSpPr>
        <p:grpSpPr>
          <a:xfrm flipH="1">
            <a:off x="-132623" y="5017048"/>
            <a:ext cx="1507863" cy="2013704"/>
            <a:chOff x="39184" y="-151930"/>
            <a:chExt cx="1309806" cy="1311904"/>
          </a:xfrm>
        </p:grpSpPr>
        <p:sp>
          <p:nvSpPr>
            <p:cNvPr id="655" name="Google Shape;655;p19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9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9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9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9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834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0"/>
          <p:cNvSpPr txBox="1">
            <a:spLocks noGrp="1"/>
          </p:cNvSpPr>
          <p:nvPr>
            <p:ph type="body" idx="1"/>
          </p:nvPr>
        </p:nvSpPr>
        <p:spPr>
          <a:xfrm>
            <a:off x="1511030" y="4008465"/>
            <a:ext cx="2464340" cy="1196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4" name="Google Shape;774;p20"/>
          <p:cNvSpPr txBox="1">
            <a:spLocks noGrp="1"/>
          </p:cNvSpPr>
          <p:nvPr>
            <p:ph type="body" idx="2"/>
          </p:nvPr>
        </p:nvSpPr>
        <p:spPr>
          <a:xfrm>
            <a:off x="5168632" y="4008465"/>
            <a:ext cx="2464338" cy="1196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20"/>
          <p:cNvSpPr txBox="1">
            <a:spLocks noGrp="1"/>
          </p:cNvSpPr>
          <p:nvPr>
            <p:ph type="body" idx="3"/>
          </p:nvPr>
        </p:nvSpPr>
        <p:spPr>
          <a:xfrm>
            <a:off x="1511030" y="3441431"/>
            <a:ext cx="2464340" cy="6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6" name="Google Shape;776;p20"/>
          <p:cNvSpPr txBox="1">
            <a:spLocks noGrp="1"/>
          </p:cNvSpPr>
          <p:nvPr>
            <p:ph type="body" idx="4"/>
          </p:nvPr>
        </p:nvSpPr>
        <p:spPr>
          <a:xfrm>
            <a:off x="5168632" y="3441431"/>
            <a:ext cx="2464338" cy="6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7" name="Google Shape;777;p20"/>
          <p:cNvSpPr txBox="1">
            <a:spLocks noGrp="1"/>
          </p:cNvSpPr>
          <p:nvPr>
            <p:ph type="title"/>
          </p:nvPr>
        </p:nvSpPr>
        <p:spPr>
          <a:xfrm>
            <a:off x="723900" y="736599"/>
            <a:ext cx="7696200" cy="85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78" name="Google Shape;778;p20"/>
          <p:cNvGrpSpPr/>
          <p:nvPr/>
        </p:nvGrpSpPr>
        <p:grpSpPr>
          <a:xfrm>
            <a:off x="-15880" y="4702035"/>
            <a:ext cx="2300556" cy="3434040"/>
            <a:chOff x="3238240" y="323850"/>
            <a:chExt cx="1739901" cy="1947863"/>
          </a:xfrm>
        </p:grpSpPr>
        <p:sp>
          <p:nvSpPr>
            <p:cNvPr id="779" name="Google Shape;779;p20"/>
            <p:cNvSpPr/>
            <p:nvPr/>
          </p:nvSpPr>
          <p:spPr>
            <a:xfrm>
              <a:off x="3238240" y="323850"/>
              <a:ext cx="1654175" cy="1947863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4036753" y="94773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3724015" y="1260475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0"/>
            <p:cNvSpPr/>
            <p:nvPr/>
          </p:nvSpPr>
          <p:spPr>
            <a:xfrm>
              <a:off x="4109778" y="127158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49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>
            <a:spLocks noGrp="1"/>
          </p:cNvSpPr>
          <p:nvPr>
            <p:ph type="body" idx="1"/>
          </p:nvPr>
        </p:nvSpPr>
        <p:spPr>
          <a:xfrm>
            <a:off x="817925" y="4097784"/>
            <a:ext cx="2279176" cy="111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6" name="Google Shape;786;p21"/>
          <p:cNvSpPr txBox="1">
            <a:spLocks noGrp="1"/>
          </p:cNvSpPr>
          <p:nvPr>
            <p:ph type="body" idx="2"/>
          </p:nvPr>
        </p:nvSpPr>
        <p:spPr>
          <a:xfrm>
            <a:off x="3432412" y="4097784"/>
            <a:ext cx="2279176" cy="111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7" name="Google Shape;787;p21"/>
          <p:cNvSpPr txBox="1">
            <a:spLocks noGrp="1"/>
          </p:cNvSpPr>
          <p:nvPr>
            <p:ph type="body" idx="3"/>
          </p:nvPr>
        </p:nvSpPr>
        <p:spPr>
          <a:xfrm>
            <a:off x="817926" y="3612584"/>
            <a:ext cx="2279176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21"/>
          <p:cNvSpPr txBox="1">
            <a:spLocks noGrp="1"/>
          </p:cNvSpPr>
          <p:nvPr>
            <p:ph type="body" idx="4"/>
          </p:nvPr>
        </p:nvSpPr>
        <p:spPr>
          <a:xfrm>
            <a:off x="3432412" y="3610347"/>
            <a:ext cx="2279176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21"/>
          <p:cNvSpPr txBox="1">
            <a:spLocks noGrp="1"/>
          </p:cNvSpPr>
          <p:nvPr>
            <p:ph type="body" idx="5"/>
          </p:nvPr>
        </p:nvSpPr>
        <p:spPr>
          <a:xfrm>
            <a:off x="6067792" y="4097783"/>
            <a:ext cx="2279176" cy="111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21"/>
          <p:cNvSpPr txBox="1">
            <a:spLocks noGrp="1"/>
          </p:cNvSpPr>
          <p:nvPr>
            <p:ph type="body" idx="6"/>
          </p:nvPr>
        </p:nvSpPr>
        <p:spPr>
          <a:xfrm>
            <a:off x="6067793" y="3604814"/>
            <a:ext cx="2279176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21"/>
          <p:cNvSpPr txBox="1">
            <a:spLocks noGrp="1"/>
          </p:cNvSpPr>
          <p:nvPr>
            <p:ph type="title"/>
          </p:nvPr>
        </p:nvSpPr>
        <p:spPr>
          <a:xfrm>
            <a:off x="723900" y="736599"/>
            <a:ext cx="7696200" cy="85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2" name="Google Shape;792;p21"/>
          <p:cNvSpPr/>
          <p:nvPr/>
        </p:nvSpPr>
        <p:spPr>
          <a:xfrm rot="10800000">
            <a:off x="-4702" y="0"/>
            <a:ext cx="740964" cy="987952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3" name="Google Shape;793;p21"/>
          <p:cNvGrpSpPr/>
          <p:nvPr/>
        </p:nvGrpSpPr>
        <p:grpSpPr>
          <a:xfrm>
            <a:off x="8273609" y="5600779"/>
            <a:ext cx="1507863" cy="2013704"/>
            <a:chOff x="39184" y="-151930"/>
            <a:chExt cx="1309806" cy="1311904"/>
          </a:xfrm>
        </p:grpSpPr>
        <p:sp>
          <p:nvSpPr>
            <p:cNvPr id="794" name="Google Shape;794;p21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1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1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1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1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1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1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1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1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1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1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1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1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1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1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1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1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1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1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1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1" name="Google Shape;911;p21"/>
          <p:cNvGrpSpPr/>
          <p:nvPr/>
        </p:nvGrpSpPr>
        <p:grpSpPr>
          <a:xfrm flipH="1">
            <a:off x="8324354" y="-832197"/>
            <a:ext cx="1507863" cy="2013704"/>
            <a:chOff x="39184" y="-151930"/>
            <a:chExt cx="1309806" cy="1311904"/>
          </a:xfrm>
        </p:grpSpPr>
        <p:sp>
          <p:nvSpPr>
            <p:cNvPr id="912" name="Google Shape;912;p21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1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1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1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1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1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1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1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1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1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1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1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1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1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1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1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1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1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1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1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1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1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1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1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1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1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1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1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1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1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21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21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21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21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1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1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1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1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1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1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1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1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1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1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1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1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1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1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1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1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1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1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1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1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1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1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1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1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1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1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1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1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1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21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1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21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21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21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1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1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21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52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oogle Shape;1030;p22"/>
          <p:cNvGrpSpPr/>
          <p:nvPr/>
        </p:nvGrpSpPr>
        <p:grpSpPr>
          <a:xfrm>
            <a:off x="7144602" y="4196337"/>
            <a:ext cx="2300556" cy="3434040"/>
            <a:chOff x="3238240" y="323850"/>
            <a:chExt cx="1739901" cy="1947863"/>
          </a:xfrm>
        </p:grpSpPr>
        <p:sp>
          <p:nvSpPr>
            <p:cNvPr id="1031" name="Google Shape;1031;p22"/>
            <p:cNvSpPr/>
            <p:nvPr/>
          </p:nvSpPr>
          <p:spPr>
            <a:xfrm>
              <a:off x="3238240" y="323850"/>
              <a:ext cx="1654175" cy="1947863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2"/>
            <p:cNvSpPr/>
            <p:nvPr/>
          </p:nvSpPr>
          <p:spPr>
            <a:xfrm>
              <a:off x="4036753" y="94773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2"/>
            <p:cNvSpPr/>
            <p:nvPr/>
          </p:nvSpPr>
          <p:spPr>
            <a:xfrm>
              <a:off x="3724015" y="1260475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22"/>
            <p:cNvSpPr/>
            <p:nvPr/>
          </p:nvSpPr>
          <p:spPr>
            <a:xfrm>
              <a:off x="4109778" y="127158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6" name="Google Shape;1036;p22"/>
          <p:cNvSpPr txBox="1">
            <a:spLocks noGrp="1"/>
          </p:cNvSpPr>
          <p:nvPr>
            <p:ph type="title"/>
          </p:nvPr>
        </p:nvSpPr>
        <p:spPr>
          <a:xfrm>
            <a:off x="723901" y="1816472"/>
            <a:ext cx="3998224" cy="206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7" name="Google Shape;1037;p22"/>
          <p:cNvSpPr txBox="1">
            <a:spLocks noGrp="1"/>
          </p:cNvSpPr>
          <p:nvPr>
            <p:ph type="body" idx="1"/>
          </p:nvPr>
        </p:nvSpPr>
        <p:spPr>
          <a:xfrm>
            <a:off x="723901" y="3854206"/>
            <a:ext cx="3998224" cy="117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8" name="Google Shape;1038;p22"/>
          <p:cNvSpPr>
            <a:spLocks noGrp="1"/>
          </p:cNvSpPr>
          <p:nvPr>
            <p:ph type="pic" idx="2"/>
          </p:nvPr>
        </p:nvSpPr>
        <p:spPr>
          <a:xfrm>
            <a:off x="5124450" y="1564879"/>
            <a:ext cx="3295650" cy="3739488"/>
          </a:xfrm>
          <a:prstGeom prst="roundRect">
            <a:avLst>
              <a:gd name="adj" fmla="val 7665"/>
            </a:avLst>
          </a:prstGeom>
          <a:noFill/>
          <a:ln>
            <a:noFill/>
          </a:ln>
        </p:spPr>
      </p:sp>
      <p:sp>
        <p:nvSpPr>
          <p:cNvPr id="1039" name="Google Shape;1039;p22"/>
          <p:cNvSpPr/>
          <p:nvPr/>
        </p:nvSpPr>
        <p:spPr>
          <a:xfrm>
            <a:off x="-684423" y="-2386095"/>
            <a:ext cx="2187206" cy="343404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p22"/>
          <p:cNvGrpSpPr/>
          <p:nvPr/>
        </p:nvGrpSpPr>
        <p:grpSpPr>
          <a:xfrm flipH="1">
            <a:off x="8238206" y="-761132"/>
            <a:ext cx="1507863" cy="2013704"/>
            <a:chOff x="39184" y="-151930"/>
            <a:chExt cx="1309806" cy="1311904"/>
          </a:xfrm>
        </p:grpSpPr>
        <p:sp>
          <p:nvSpPr>
            <p:cNvPr id="1041" name="Google Shape;1041;p22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2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2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2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22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22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22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22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2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22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22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22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22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2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22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2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22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22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2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2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22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22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22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22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2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22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2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2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2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22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2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2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2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22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2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2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2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22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22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2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2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22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2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2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2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2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2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22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2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2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2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22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2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2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2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22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22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22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22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2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22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2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2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2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2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2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650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23"/>
          <p:cNvSpPr txBox="1">
            <a:spLocks noGrp="1"/>
          </p:cNvSpPr>
          <p:nvPr>
            <p:ph type="title"/>
          </p:nvPr>
        </p:nvSpPr>
        <p:spPr>
          <a:xfrm>
            <a:off x="723900" y="736599"/>
            <a:ext cx="7696200" cy="85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0" name="Google Shape;1160;p23"/>
          <p:cNvSpPr/>
          <p:nvPr/>
        </p:nvSpPr>
        <p:spPr>
          <a:xfrm>
            <a:off x="8420420" y="5865283"/>
            <a:ext cx="740964" cy="987952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1" name="Google Shape;1161;p23"/>
          <p:cNvGrpSpPr/>
          <p:nvPr/>
        </p:nvGrpSpPr>
        <p:grpSpPr>
          <a:xfrm>
            <a:off x="-426172" y="5661181"/>
            <a:ext cx="1507863" cy="2013704"/>
            <a:chOff x="39184" y="-151930"/>
            <a:chExt cx="1309806" cy="1311904"/>
          </a:xfrm>
        </p:grpSpPr>
        <p:sp>
          <p:nvSpPr>
            <p:cNvPr id="1162" name="Google Shape;1162;p23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3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3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3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3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23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23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23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23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23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23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23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23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23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23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3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3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23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3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23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3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23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3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23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23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23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23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23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23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23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3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3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23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23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23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3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23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23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23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23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23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3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3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23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3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23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9" name="Google Shape;1279;p23"/>
          <p:cNvGrpSpPr/>
          <p:nvPr/>
        </p:nvGrpSpPr>
        <p:grpSpPr>
          <a:xfrm flipH="1">
            <a:off x="8329146" y="-852917"/>
            <a:ext cx="1507863" cy="2013704"/>
            <a:chOff x="39184" y="-151930"/>
            <a:chExt cx="1309806" cy="1311904"/>
          </a:xfrm>
        </p:grpSpPr>
        <p:sp>
          <p:nvSpPr>
            <p:cNvPr id="1280" name="Google Shape;1280;p23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23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23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3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23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3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3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3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3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3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3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3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23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3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3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3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3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23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23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23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23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23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23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23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23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23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23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23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23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3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23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23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23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23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23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23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23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23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23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23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23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23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23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23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23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23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23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23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23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23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23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23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23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23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23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23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23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23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23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23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23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23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23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3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23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728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57"/>
          <p:cNvSpPr txBox="1">
            <a:spLocks noGrp="1"/>
          </p:cNvSpPr>
          <p:nvPr>
            <p:ph type="title"/>
          </p:nvPr>
        </p:nvSpPr>
        <p:spPr>
          <a:xfrm>
            <a:off x="723900" y="736599"/>
            <a:ext cx="7696200" cy="85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99" name="Google Shape;1399;p57"/>
          <p:cNvSpPr/>
          <p:nvPr/>
        </p:nvSpPr>
        <p:spPr>
          <a:xfrm>
            <a:off x="8420420" y="5865283"/>
            <a:ext cx="740964" cy="987952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0" name="Google Shape;1400;p57"/>
          <p:cNvGrpSpPr/>
          <p:nvPr/>
        </p:nvGrpSpPr>
        <p:grpSpPr>
          <a:xfrm>
            <a:off x="-481750" y="5469784"/>
            <a:ext cx="1507863" cy="2013704"/>
            <a:chOff x="39184" y="-151930"/>
            <a:chExt cx="1309806" cy="1311904"/>
          </a:xfrm>
        </p:grpSpPr>
        <p:sp>
          <p:nvSpPr>
            <p:cNvPr id="1401" name="Google Shape;1401;p57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57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57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57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57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5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57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57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57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5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57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57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57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5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5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5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57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57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57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57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57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57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57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57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57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57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5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57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57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57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57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5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57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57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57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57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5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57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5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57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57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57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57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57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57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57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5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5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7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5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57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57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5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5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5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57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57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57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57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57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57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5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57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57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57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57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57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5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57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5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57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57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57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57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57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57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57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57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57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57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57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57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5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57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57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57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57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57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5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57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57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57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57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57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57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57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57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57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57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5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57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57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57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57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57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5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57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57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57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57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57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5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57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57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57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57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57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8" name="Google Shape;1518;p57"/>
          <p:cNvGrpSpPr/>
          <p:nvPr/>
        </p:nvGrpSpPr>
        <p:grpSpPr>
          <a:xfrm flipH="1">
            <a:off x="8632887" y="-160669"/>
            <a:ext cx="1507863" cy="2013704"/>
            <a:chOff x="39184" y="-151930"/>
            <a:chExt cx="1309806" cy="1311904"/>
          </a:xfrm>
        </p:grpSpPr>
        <p:sp>
          <p:nvSpPr>
            <p:cNvPr id="1519" name="Google Shape;1519;p57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57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57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57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57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5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57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57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57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5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57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57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57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5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5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5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57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57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57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57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57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57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57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57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57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57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5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57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57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57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57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5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57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57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57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57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5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57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5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57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57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57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57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57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57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57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5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5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57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5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57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57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5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5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5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57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57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57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57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57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57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5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57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57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57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57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57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5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57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5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57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57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57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57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57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57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57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57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57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57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57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57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5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57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57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57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57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57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5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57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57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57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57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57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57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57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57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57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57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5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57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57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57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57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57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5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57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57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57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57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57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5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57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57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57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57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57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058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4"/>
          <p:cNvSpPr txBox="1">
            <a:spLocks noGrp="1"/>
          </p:cNvSpPr>
          <p:nvPr>
            <p:ph type="title"/>
          </p:nvPr>
        </p:nvSpPr>
        <p:spPr>
          <a:xfrm>
            <a:off x="1977957" y="736602"/>
            <a:ext cx="5188086" cy="154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8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38" name="Google Shape;1638;p24"/>
          <p:cNvSpPr txBox="1"/>
          <p:nvPr/>
        </p:nvSpPr>
        <p:spPr>
          <a:xfrm>
            <a:off x="2210700" y="5090651"/>
            <a:ext cx="47187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aheim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 This presentation template was created by </a:t>
            </a:r>
            <a:r>
              <a:rPr lang="en-US" sz="1000" b="1" i="0" u="none" strike="noStrike" cap="none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including icons by </a:t>
            </a:r>
            <a:r>
              <a:rPr lang="en-US" sz="1000" b="1" i="0" u="none" strike="noStrike" cap="none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infographics &amp; images by </a:t>
            </a:r>
            <a:r>
              <a:rPr lang="en-US" sz="1000" b="1" i="0" u="none" strike="noStrike" cap="none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9" name="Google Shape;1639;p24"/>
          <p:cNvSpPr txBox="1">
            <a:spLocks noGrp="1"/>
          </p:cNvSpPr>
          <p:nvPr>
            <p:ph type="body" idx="1"/>
          </p:nvPr>
        </p:nvSpPr>
        <p:spPr>
          <a:xfrm>
            <a:off x="1977957" y="2078283"/>
            <a:ext cx="5188086" cy="138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40" name="Google Shape;1640;p24"/>
          <p:cNvSpPr/>
          <p:nvPr/>
        </p:nvSpPr>
        <p:spPr>
          <a:xfrm rot="5400000">
            <a:off x="8279542" y="5993542"/>
            <a:ext cx="987952" cy="740964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1" name="Google Shape;1641;p24"/>
          <p:cNvGrpSpPr/>
          <p:nvPr/>
        </p:nvGrpSpPr>
        <p:grpSpPr>
          <a:xfrm>
            <a:off x="7651053" y="527665"/>
            <a:ext cx="1658248" cy="1710023"/>
            <a:chOff x="5136226" y="2246221"/>
            <a:chExt cx="1254126" cy="969962"/>
          </a:xfrm>
        </p:grpSpPr>
        <p:sp>
          <p:nvSpPr>
            <p:cNvPr id="1642" name="Google Shape;1642;p24"/>
            <p:cNvSpPr/>
            <p:nvPr/>
          </p:nvSpPr>
          <p:spPr>
            <a:xfrm>
              <a:off x="5448964" y="2246221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4"/>
            <p:cNvSpPr/>
            <p:nvPr/>
          </p:nvSpPr>
          <p:spPr>
            <a:xfrm>
              <a:off x="5136226" y="255895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4"/>
            <p:cNvSpPr/>
            <p:nvPr/>
          </p:nvSpPr>
          <p:spPr>
            <a:xfrm>
              <a:off x="5521989" y="2570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4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6" name="Google Shape;1646;p24"/>
          <p:cNvSpPr/>
          <p:nvPr/>
        </p:nvSpPr>
        <p:spPr>
          <a:xfrm>
            <a:off x="8403036" y="4882096"/>
            <a:ext cx="740964" cy="987952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7" name="Google Shape;1647;p24"/>
          <p:cNvGrpSpPr/>
          <p:nvPr/>
        </p:nvGrpSpPr>
        <p:grpSpPr>
          <a:xfrm>
            <a:off x="-333224" y="3756783"/>
            <a:ext cx="2187206" cy="3719511"/>
            <a:chOff x="3700202" y="2700338"/>
            <a:chExt cx="1654175" cy="2109788"/>
          </a:xfrm>
        </p:grpSpPr>
        <p:sp>
          <p:nvSpPr>
            <p:cNvPr id="1648" name="Google Shape;1648;p24"/>
            <p:cNvSpPr/>
            <p:nvPr/>
          </p:nvSpPr>
          <p:spPr>
            <a:xfrm>
              <a:off x="3700202" y="2700338"/>
              <a:ext cx="1654175" cy="2109788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24"/>
            <p:cNvSpPr/>
            <p:nvPr/>
          </p:nvSpPr>
          <p:spPr>
            <a:xfrm>
              <a:off x="3703377" y="3690938"/>
              <a:ext cx="1117600" cy="1117600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24"/>
            <p:cNvSpPr/>
            <p:nvPr/>
          </p:nvSpPr>
          <p:spPr>
            <a:xfrm>
              <a:off x="4057390" y="3656013"/>
              <a:ext cx="935038" cy="652463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24"/>
            <p:cNvSpPr/>
            <p:nvPr/>
          </p:nvSpPr>
          <p:spPr>
            <a:xfrm>
              <a:off x="3746240" y="3967163"/>
              <a:ext cx="935038" cy="652463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4"/>
            <p:cNvSpPr/>
            <p:nvPr/>
          </p:nvSpPr>
          <p:spPr>
            <a:xfrm>
              <a:off x="4128827" y="3976688"/>
              <a:ext cx="401638" cy="401638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4"/>
            <p:cNvSpPr/>
            <p:nvPr/>
          </p:nvSpPr>
          <p:spPr>
            <a:xfrm>
              <a:off x="4211377" y="3895725"/>
              <a:ext cx="401638" cy="401638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4" name="Google Shape;1654;p24"/>
          <p:cNvSpPr/>
          <p:nvPr/>
        </p:nvSpPr>
        <p:spPr>
          <a:xfrm>
            <a:off x="7659258" y="5870048"/>
            <a:ext cx="740964" cy="987952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5" name="Google Shape;1655;p24"/>
          <p:cNvGrpSpPr/>
          <p:nvPr/>
        </p:nvGrpSpPr>
        <p:grpSpPr>
          <a:xfrm>
            <a:off x="-520414" y="802631"/>
            <a:ext cx="1507863" cy="2013704"/>
            <a:chOff x="39184" y="-151930"/>
            <a:chExt cx="1309806" cy="1311904"/>
          </a:xfrm>
        </p:grpSpPr>
        <p:sp>
          <p:nvSpPr>
            <p:cNvPr id="1656" name="Google Shape;1656;p24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4"/>
            <p:cNvSpPr/>
            <p:nvPr/>
          </p:nvSpPr>
          <p:spPr>
            <a:xfrm>
              <a:off x="1231442" y="61422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4"/>
            <p:cNvSpPr/>
            <p:nvPr/>
          </p:nvSpPr>
          <p:spPr>
            <a:xfrm>
              <a:off x="1160075" y="6855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24"/>
            <p:cNvSpPr/>
            <p:nvPr/>
          </p:nvSpPr>
          <p:spPr>
            <a:xfrm>
              <a:off x="1088707" y="7569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24"/>
            <p:cNvSpPr/>
            <p:nvPr/>
          </p:nvSpPr>
          <p:spPr>
            <a:xfrm>
              <a:off x="1019439" y="828324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24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4"/>
            <p:cNvSpPr/>
            <p:nvPr/>
          </p:nvSpPr>
          <p:spPr>
            <a:xfrm>
              <a:off x="876704" y="96896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4"/>
            <p:cNvSpPr/>
            <p:nvPr/>
          </p:nvSpPr>
          <p:spPr>
            <a:xfrm>
              <a:off x="805336" y="104032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4"/>
            <p:cNvSpPr/>
            <p:nvPr/>
          </p:nvSpPr>
          <p:spPr>
            <a:xfrm>
              <a:off x="733969" y="11116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4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4"/>
            <p:cNvSpPr/>
            <p:nvPr/>
          </p:nvSpPr>
          <p:spPr>
            <a:xfrm>
              <a:off x="1174769" y="557547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24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24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24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24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24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24"/>
            <p:cNvSpPr/>
            <p:nvPr/>
          </p:nvSpPr>
          <p:spPr>
            <a:xfrm>
              <a:off x="748662" y="983653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24"/>
            <p:cNvSpPr/>
            <p:nvPr/>
          </p:nvSpPr>
          <p:spPr>
            <a:xfrm>
              <a:off x="677294" y="1052922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24"/>
            <p:cNvSpPr/>
            <p:nvPr/>
          </p:nvSpPr>
          <p:spPr>
            <a:xfrm>
              <a:off x="1187363" y="4274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24"/>
            <p:cNvSpPr/>
            <p:nvPr/>
          </p:nvSpPr>
          <p:spPr>
            <a:xfrm>
              <a:off x="1115995" y="498774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24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24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24"/>
            <p:cNvSpPr/>
            <p:nvPr/>
          </p:nvSpPr>
          <p:spPr>
            <a:xfrm>
              <a:off x="901893" y="71077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24"/>
            <p:cNvSpPr/>
            <p:nvPr/>
          </p:nvSpPr>
          <p:spPr>
            <a:xfrm>
              <a:off x="832623" y="782145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24"/>
            <p:cNvSpPr/>
            <p:nvPr/>
          </p:nvSpPr>
          <p:spPr>
            <a:xfrm>
              <a:off x="761256" y="8535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24"/>
            <p:cNvSpPr/>
            <p:nvPr/>
          </p:nvSpPr>
          <p:spPr>
            <a:xfrm>
              <a:off x="689888" y="9248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24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24"/>
            <p:cNvSpPr/>
            <p:nvPr/>
          </p:nvSpPr>
          <p:spPr>
            <a:xfrm>
              <a:off x="1128589" y="3707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24"/>
            <p:cNvSpPr/>
            <p:nvPr/>
          </p:nvSpPr>
          <p:spPr>
            <a:xfrm>
              <a:off x="1057221" y="44000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24"/>
            <p:cNvSpPr/>
            <p:nvPr/>
          </p:nvSpPr>
          <p:spPr>
            <a:xfrm>
              <a:off x="985854" y="51136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24"/>
            <p:cNvSpPr/>
            <p:nvPr/>
          </p:nvSpPr>
          <p:spPr>
            <a:xfrm>
              <a:off x="916585" y="58273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24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24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24"/>
            <p:cNvSpPr/>
            <p:nvPr/>
          </p:nvSpPr>
          <p:spPr>
            <a:xfrm>
              <a:off x="702483" y="796839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24"/>
            <p:cNvSpPr/>
            <p:nvPr/>
          </p:nvSpPr>
          <p:spPr>
            <a:xfrm>
              <a:off x="631115" y="86610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24"/>
            <p:cNvSpPr/>
            <p:nvPr/>
          </p:nvSpPr>
          <p:spPr>
            <a:xfrm>
              <a:off x="559747" y="93747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24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24"/>
            <p:cNvSpPr/>
            <p:nvPr/>
          </p:nvSpPr>
          <p:spPr>
            <a:xfrm>
              <a:off x="1000547" y="3833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24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24"/>
            <p:cNvSpPr/>
            <p:nvPr/>
          </p:nvSpPr>
          <p:spPr>
            <a:xfrm>
              <a:off x="857812" y="52396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24"/>
            <p:cNvSpPr/>
            <p:nvPr/>
          </p:nvSpPr>
          <p:spPr>
            <a:xfrm>
              <a:off x="786444" y="5953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24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24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24"/>
            <p:cNvSpPr/>
            <p:nvPr/>
          </p:nvSpPr>
          <p:spPr>
            <a:xfrm>
              <a:off x="574441" y="8094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24"/>
            <p:cNvSpPr/>
            <p:nvPr/>
          </p:nvSpPr>
          <p:spPr>
            <a:xfrm>
              <a:off x="503073" y="88080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24"/>
            <p:cNvSpPr/>
            <p:nvPr/>
          </p:nvSpPr>
          <p:spPr>
            <a:xfrm>
              <a:off x="1013141" y="25318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24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24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24"/>
            <p:cNvSpPr/>
            <p:nvPr/>
          </p:nvSpPr>
          <p:spPr>
            <a:xfrm>
              <a:off x="799039" y="4672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24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24"/>
            <p:cNvSpPr/>
            <p:nvPr/>
          </p:nvSpPr>
          <p:spPr>
            <a:xfrm>
              <a:off x="658403" y="60792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24"/>
            <p:cNvSpPr/>
            <p:nvPr/>
          </p:nvSpPr>
          <p:spPr>
            <a:xfrm>
              <a:off x="587035" y="67929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24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24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24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24"/>
            <p:cNvSpPr/>
            <p:nvPr/>
          </p:nvSpPr>
          <p:spPr>
            <a:xfrm>
              <a:off x="885100" y="267879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24"/>
            <p:cNvSpPr/>
            <p:nvPr/>
          </p:nvSpPr>
          <p:spPr>
            <a:xfrm>
              <a:off x="813732" y="33714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24"/>
            <p:cNvSpPr/>
            <p:nvPr/>
          </p:nvSpPr>
          <p:spPr>
            <a:xfrm>
              <a:off x="742364" y="40851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24"/>
            <p:cNvSpPr/>
            <p:nvPr/>
          </p:nvSpPr>
          <p:spPr>
            <a:xfrm>
              <a:off x="670997" y="47988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24"/>
            <p:cNvSpPr/>
            <p:nvPr/>
          </p:nvSpPr>
          <p:spPr>
            <a:xfrm>
              <a:off x="599629" y="55125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24"/>
            <p:cNvSpPr/>
            <p:nvPr/>
          </p:nvSpPr>
          <p:spPr>
            <a:xfrm>
              <a:off x="528262" y="62261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24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24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24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24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24"/>
            <p:cNvSpPr/>
            <p:nvPr/>
          </p:nvSpPr>
          <p:spPr>
            <a:xfrm>
              <a:off x="754959" y="28047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24"/>
            <p:cNvSpPr/>
            <p:nvPr/>
          </p:nvSpPr>
          <p:spPr>
            <a:xfrm>
              <a:off x="683591" y="351841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24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24"/>
            <p:cNvSpPr/>
            <p:nvPr/>
          </p:nvSpPr>
          <p:spPr>
            <a:xfrm>
              <a:off x="542955" y="49247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24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24"/>
            <p:cNvSpPr/>
            <p:nvPr/>
          </p:nvSpPr>
          <p:spPr>
            <a:xfrm>
              <a:off x="400220" y="63521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24"/>
            <p:cNvSpPr/>
            <p:nvPr/>
          </p:nvSpPr>
          <p:spPr>
            <a:xfrm>
              <a:off x="328852" y="70658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24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24"/>
            <p:cNvSpPr/>
            <p:nvPr/>
          </p:nvSpPr>
          <p:spPr>
            <a:xfrm>
              <a:off x="767553" y="15033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24"/>
            <p:cNvSpPr/>
            <p:nvPr/>
          </p:nvSpPr>
          <p:spPr>
            <a:xfrm>
              <a:off x="696185" y="22170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24"/>
            <p:cNvSpPr/>
            <p:nvPr/>
          </p:nvSpPr>
          <p:spPr>
            <a:xfrm>
              <a:off x="626917" y="293068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24"/>
            <p:cNvSpPr/>
            <p:nvPr/>
          </p:nvSpPr>
          <p:spPr>
            <a:xfrm>
              <a:off x="555549" y="36443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24"/>
            <p:cNvSpPr/>
            <p:nvPr/>
          </p:nvSpPr>
          <p:spPr>
            <a:xfrm>
              <a:off x="484182" y="43580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24"/>
            <p:cNvSpPr/>
            <p:nvPr/>
          </p:nvSpPr>
          <p:spPr>
            <a:xfrm>
              <a:off x="412814" y="50717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24"/>
            <p:cNvSpPr/>
            <p:nvPr/>
          </p:nvSpPr>
          <p:spPr>
            <a:xfrm>
              <a:off x="341447" y="57643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24"/>
            <p:cNvSpPr/>
            <p:nvPr/>
          </p:nvSpPr>
          <p:spPr>
            <a:xfrm>
              <a:off x="270079" y="64780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24"/>
            <p:cNvSpPr/>
            <p:nvPr/>
          </p:nvSpPr>
          <p:spPr>
            <a:xfrm>
              <a:off x="782246" y="22291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24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24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24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24"/>
            <p:cNvSpPr/>
            <p:nvPr/>
          </p:nvSpPr>
          <p:spPr>
            <a:xfrm>
              <a:off x="496776" y="3056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24"/>
            <p:cNvSpPr/>
            <p:nvPr/>
          </p:nvSpPr>
          <p:spPr>
            <a:xfrm>
              <a:off x="425408" y="3770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24"/>
            <p:cNvSpPr/>
            <p:nvPr/>
          </p:nvSpPr>
          <p:spPr>
            <a:xfrm>
              <a:off x="356140" y="448397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24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24"/>
            <p:cNvSpPr/>
            <p:nvPr/>
          </p:nvSpPr>
          <p:spPr>
            <a:xfrm>
              <a:off x="213405" y="59113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24"/>
            <p:cNvSpPr/>
            <p:nvPr/>
          </p:nvSpPr>
          <p:spPr>
            <a:xfrm>
              <a:off x="723473" y="-3648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24"/>
            <p:cNvSpPr/>
            <p:nvPr/>
          </p:nvSpPr>
          <p:spPr>
            <a:xfrm>
              <a:off x="652105" y="3488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24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24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24"/>
            <p:cNvSpPr/>
            <p:nvPr/>
          </p:nvSpPr>
          <p:spPr>
            <a:xfrm>
              <a:off x="440102" y="248988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4"/>
            <p:cNvSpPr/>
            <p:nvPr/>
          </p:nvSpPr>
          <p:spPr>
            <a:xfrm>
              <a:off x="368734" y="318256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4"/>
            <p:cNvSpPr/>
            <p:nvPr/>
          </p:nvSpPr>
          <p:spPr>
            <a:xfrm>
              <a:off x="297367" y="38962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24"/>
            <p:cNvSpPr/>
            <p:nvPr/>
          </p:nvSpPr>
          <p:spPr>
            <a:xfrm>
              <a:off x="225999" y="46099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24"/>
            <p:cNvSpPr/>
            <p:nvPr/>
          </p:nvSpPr>
          <p:spPr>
            <a:xfrm>
              <a:off x="154631" y="53235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4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24"/>
            <p:cNvSpPr/>
            <p:nvPr/>
          </p:nvSpPr>
          <p:spPr>
            <a:xfrm>
              <a:off x="593332" y="-238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24"/>
            <p:cNvSpPr/>
            <p:nvPr/>
          </p:nvSpPr>
          <p:spPr>
            <a:xfrm>
              <a:off x="524064" y="4747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24"/>
            <p:cNvSpPr/>
            <p:nvPr/>
          </p:nvSpPr>
          <p:spPr>
            <a:xfrm>
              <a:off x="452696" y="11884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24"/>
            <p:cNvSpPr/>
            <p:nvPr/>
          </p:nvSpPr>
          <p:spPr>
            <a:xfrm>
              <a:off x="381328" y="19021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24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24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24"/>
            <p:cNvSpPr/>
            <p:nvPr/>
          </p:nvSpPr>
          <p:spPr>
            <a:xfrm>
              <a:off x="167226" y="40431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24"/>
            <p:cNvSpPr/>
            <p:nvPr/>
          </p:nvSpPr>
          <p:spPr>
            <a:xfrm>
              <a:off x="97957" y="473586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24"/>
            <p:cNvSpPr/>
            <p:nvPr/>
          </p:nvSpPr>
          <p:spPr>
            <a:xfrm>
              <a:off x="608025" y="-15193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24"/>
            <p:cNvSpPr/>
            <p:nvPr/>
          </p:nvSpPr>
          <p:spPr>
            <a:xfrm>
              <a:off x="536658" y="-80562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24"/>
            <p:cNvSpPr/>
            <p:nvPr/>
          </p:nvSpPr>
          <p:spPr>
            <a:xfrm>
              <a:off x="465290" y="-91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24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24"/>
            <p:cNvSpPr/>
            <p:nvPr/>
          </p:nvSpPr>
          <p:spPr>
            <a:xfrm>
              <a:off x="322555" y="13144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24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24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24"/>
            <p:cNvSpPr/>
            <p:nvPr/>
          </p:nvSpPr>
          <p:spPr>
            <a:xfrm>
              <a:off x="110552" y="34554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24"/>
            <p:cNvSpPr/>
            <p:nvPr/>
          </p:nvSpPr>
          <p:spPr>
            <a:xfrm>
              <a:off x="39184" y="41691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72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25"/>
          <p:cNvSpPr txBox="1">
            <a:spLocks noGrp="1"/>
          </p:cNvSpPr>
          <p:nvPr>
            <p:ph type="title"/>
          </p:nvPr>
        </p:nvSpPr>
        <p:spPr>
          <a:xfrm>
            <a:off x="723900" y="1657681"/>
            <a:ext cx="7696200" cy="3542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775" name="Google Shape;1775;p25"/>
          <p:cNvGrpSpPr/>
          <p:nvPr/>
        </p:nvGrpSpPr>
        <p:grpSpPr>
          <a:xfrm>
            <a:off x="7627495" y="4606368"/>
            <a:ext cx="2105344" cy="2807125"/>
            <a:chOff x="478444" y="466725"/>
            <a:chExt cx="1592263" cy="1592263"/>
          </a:xfrm>
        </p:grpSpPr>
        <p:grpSp>
          <p:nvGrpSpPr>
            <p:cNvPr id="1776" name="Google Shape;1776;p25"/>
            <p:cNvGrpSpPr/>
            <p:nvPr/>
          </p:nvGrpSpPr>
          <p:grpSpPr>
            <a:xfrm>
              <a:off x="610206" y="466725"/>
              <a:ext cx="1460501" cy="1460500"/>
              <a:chOff x="1166" y="294"/>
              <a:chExt cx="920" cy="920"/>
            </a:xfrm>
          </p:grpSpPr>
          <p:sp>
            <p:nvSpPr>
              <p:cNvPr id="1777" name="Google Shape;1777;p25"/>
              <p:cNvSpPr/>
              <p:nvPr/>
            </p:nvSpPr>
            <p:spPr>
              <a:xfrm>
                <a:off x="1416" y="2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25"/>
              <p:cNvSpPr/>
              <p:nvPr/>
            </p:nvSpPr>
            <p:spPr>
              <a:xfrm>
                <a:off x="1450" y="3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25"/>
              <p:cNvSpPr/>
              <p:nvPr/>
            </p:nvSpPr>
            <p:spPr>
              <a:xfrm>
                <a:off x="1484" y="3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0" name="Google Shape;1780;p25"/>
              <p:cNvSpPr/>
              <p:nvPr/>
            </p:nvSpPr>
            <p:spPr>
              <a:xfrm>
                <a:off x="1518" y="3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25"/>
              <p:cNvSpPr/>
              <p:nvPr/>
            </p:nvSpPr>
            <p:spPr>
              <a:xfrm>
                <a:off x="1552" y="4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25"/>
              <p:cNvSpPr/>
              <p:nvPr/>
            </p:nvSpPr>
            <p:spPr>
              <a:xfrm>
                <a:off x="1586" y="4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25"/>
              <p:cNvSpPr/>
              <p:nvPr/>
            </p:nvSpPr>
            <p:spPr>
              <a:xfrm>
                <a:off x="1620" y="4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4" name="Google Shape;1784;p25"/>
              <p:cNvSpPr/>
              <p:nvPr/>
            </p:nvSpPr>
            <p:spPr>
              <a:xfrm>
                <a:off x="1655" y="53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25"/>
              <p:cNvSpPr/>
              <p:nvPr/>
            </p:nvSpPr>
            <p:spPr>
              <a:xfrm>
                <a:off x="1689" y="56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25"/>
              <p:cNvSpPr/>
              <p:nvPr/>
            </p:nvSpPr>
            <p:spPr>
              <a:xfrm>
                <a:off x="1723" y="60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25"/>
              <p:cNvSpPr/>
              <p:nvPr/>
            </p:nvSpPr>
            <p:spPr>
              <a:xfrm>
                <a:off x="1757" y="63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25"/>
              <p:cNvSpPr/>
              <p:nvPr/>
            </p:nvSpPr>
            <p:spPr>
              <a:xfrm>
                <a:off x="1791" y="6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9" name="Google Shape;1789;p25"/>
              <p:cNvSpPr/>
              <p:nvPr/>
            </p:nvSpPr>
            <p:spPr>
              <a:xfrm>
                <a:off x="1825" y="70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25"/>
              <p:cNvSpPr/>
              <p:nvPr/>
            </p:nvSpPr>
            <p:spPr>
              <a:xfrm>
                <a:off x="1859" y="7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25"/>
              <p:cNvSpPr/>
              <p:nvPr/>
            </p:nvSpPr>
            <p:spPr>
              <a:xfrm>
                <a:off x="1893" y="7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25"/>
              <p:cNvSpPr/>
              <p:nvPr/>
            </p:nvSpPr>
            <p:spPr>
              <a:xfrm>
                <a:off x="1927" y="80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25"/>
              <p:cNvSpPr/>
              <p:nvPr/>
            </p:nvSpPr>
            <p:spPr>
              <a:xfrm>
                <a:off x="1961" y="83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25"/>
              <p:cNvSpPr/>
              <p:nvPr/>
            </p:nvSpPr>
            <p:spPr>
              <a:xfrm>
                <a:off x="1995" y="87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25"/>
              <p:cNvSpPr/>
              <p:nvPr/>
            </p:nvSpPr>
            <p:spPr>
              <a:xfrm>
                <a:off x="2029" y="9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25"/>
              <p:cNvSpPr/>
              <p:nvPr/>
            </p:nvSpPr>
            <p:spPr>
              <a:xfrm>
                <a:off x="2063" y="9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25"/>
              <p:cNvSpPr/>
              <p:nvPr/>
            </p:nvSpPr>
            <p:spPr>
              <a:xfrm>
                <a:off x="1388" y="3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25"/>
              <p:cNvSpPr/>
              <p:nvPr/>
            </p:nvSpPr>
            <p:spPr>
              <a:xfrm>
                <a:off x="1423" y="357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25"/>
              <p:cNvSpPr/>
              <p:nvPr/>
            </p:nvSpPr>
            <p:spPr>
              <a:xfrm>
                <a:off x="1458" y="391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25"/>
              <p:cNvSpPr/>
              <p:nvPr/>
            </p:nvSpPr>
            <p:spPr>
              <a:xfrm>
                <a:off x="1491" y="424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25"/>
              <p:cNvSpPr/>
              <p:nvPr/>
            </p:nvSpPr>
            <p:spPr>
              <a:xfrm>
                <a:off x="1525" y="4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25"/>
              <p:cNvSpPr/>
              <p:nvPr/>
            </p:nvSpPr>
            <p:spPr>
              <a:xfrm>
                <a:off x="1559" y="4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25"/>
              <p:cNvSpPr/>
              <p:nvPr/>
            </p:nvSpPr>
            <p:spPr>
              <a:xfrm>
                <a:off x="1593" y="52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25"/>
              <p:cNvSpPr/>
              <p:nvPr/>
            </p:nvSpPr>
            <p:spPr>
              <a:xfrm>
                <a:off x="1627" y="5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25"/>
              <p:cNvSpPr/>
              <p:nvPr/>
            </p:nvSpPr>
            <p:spPr>
              <a:xfrm>
                <a:off x="1661" y="5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6" name="Google Shape;1806;p25"/>
              <p:cNvSpPr/>
              <p:nvPr/>
            </p:nvSpPr>
            <p:spPr>
              <a:xfrm>
                <a:off x="1695" y="6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25"/>
              <p:cNvSpPr/>
              <p:nvPr/>
            </p:nvSpPr>
            <p:spPr>
              <a:xfrm>
                <a:off x="1729" y="6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25"/>
              <p:cNvSpPr/>
              <p:nvPr/>
            </p:nvSpPr>
            <p:spPr>
              <a:xfrm>
                <a:off x="1763" y="6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9" name="Google Shape;1809;p25"/>
              <p:cNvSpPr/>
              <p:nvPr/>
            </p:nvSpPr>
            <p:spPr>
              <a:xfrm>
                <a:off x="1797" y="7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0" name="Google Shape;1810;p25"/>
              <p:cNvSpPr/>
              <p:nvPr/>
            </p:nvSpPr>
            <p:spPr>
              <a:xfrm>
                <a:off x="1831" y="7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25"/>
              <p:cNvSpPr/>
              <p:nvPr/>
            </p:nvSpPr>
            <p:spPr>
              <a:xfrm>
                <a:off x="1865" y="7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25"/>
              <p:cNvSpPr/>
              <p:nvPr/>
            </p:nvSpPr>
            <p:spPr>
              <a:xfrm>
                <a:off x="1899" y="8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3" name="Google Shape;1813;p25"/>
              <p:cNvSpPr/>
              <p:nvPr/>
            </p:nvSpPr>
            <p:spPr>
              <a:xfrm>
                <a:off x="1933" y="86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25"/>
              <p:cNvSpPr/>
              <p:nvPr/>
            </p:nvSpPr>
            <p:spPr>
              <a:xfrm>
                <a:off x="1967" y="90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25"/>
              <p:cNvSpPr/>
              <p:nvPr/>
            </p:nvSpPr>
            <p:spPr>
              <a:xfrm>
                <a:off x="2001" y="93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25"/>
              <p:cNvSpPr/>
              <p:nvPr/>
            </p:nvSpPr>
            <p:spPr>
              <a:xfrm>
                <a:off x="2035" y="9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25"/>
              <p:cNvSpPr/>
              <p:nvPr/>
            </p:nvSpPr>
            <p:spPr>
              <a:xfrm>
                <a:off x="1361" y="34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25"/>
              <p:cNvSpPr/>
              <p:nvPr/>
            </p:nvSpPr>
            <p:spPr>
              <a:xfrm>
                <a:off x="1395" y="38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25"/>
              <p:cNvSpPr/>
              <p:nvPr/>
            </p:nvSpPr>
            <p:spPr>
              <a:xfrm>
                <a:off x="1430" y="41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25"/>
              <p:cNvSpPr/>
              <p:nvPr/>
            </p:nvSpPr>
            <p:spPr>
              <a:xfrm>
                <a:off x="1463" y="45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25"/>
              <p:cNvSpPr/>
              <p:nvPr/>
            </p:nvSpPr>
            <p:spPr>
              <a:xfrm>
                <a:off x="1497" y="48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25"/>
              <p:cNvSpPr/>
              <p:nvPr/>
            </p:nvSpPr>
            <p:spPr>
              <a:xfrm>
                <a:off x="1531" y="5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25"/>
              <p:cNvSpPr/>
              <p:nvPr/>
            </p:nvSpPr>
            <p:spPr>
              <a:xfrm>
                <a:off x="1566" y="555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25"/>
              <p:cNvSpPr/>
              <p:nvPr/>
            </p:nvSpPr>
            <p:spPr>
              <a:xfrm>
                <a:off x="1599" y="5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25"/>
              <p:cNvSpPr/>
              <p:nvPr/>
            </p:nvSpPr>
            <p:spPr>
              <a:xfrm>
                <a:off x="1633" y="6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25"/>
              <p:cNvSpPr/>
              <p:nvPr/>
            </p:nvSpPr>
            <p:spPr>
              <a:xfrm>
                <a:off x="1667" y="6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25"/>
              <p:cNvSpPr/>
              <p:nvPr/>
            </p:nvSpPr>
            <p:spPr>
              <a:xfrm>
                <a:off x="1701" y="6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25"/>
              <p:cNvSpPr/>
              <p:nvPr/>
            </p:nvSpPr>
            <p:spPr>
              <a:xfrm>
                <a:off x="1735" y="7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25"/>
              <p:cNvSpPr/>
              <p:nvPr/>
            </p:nvSpPr>
            <p:spPr>
              <a:xfrm>
                <a:off x="1769" y="7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25"/>
              <p:cNvSpPr/>
              <p:nvPr/>
            </p:nvSpPr>
            <p:spPr>
              <a:xfrm>
                <a:off x="1803" y="7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25"/>
              <p:cNvSpPr/>
              <p:nvPr/>
            </p:nvSpPr>
            <p:spPr>
              <a:xfrm>
                <a:off x="1837" y="82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25"/>
              <p:cNvSpPr/>
              <p:nvPr/>
            </p:nvSpPr>
            <p:spPr>
              <a:xfrm>
                <a:off x="1871" y="8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25"/>
              <p:cNvSpPr/>
              <p:nvPr/>
            </p:nvSpPr>
            <p:spPr>
              <a:xfrm>
                <a:off x="1905" y="8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25"/>
              <p:cNvSpPr/>
              <p:nvPr/>
            </p:nvSpPr>
            <p:spPr>
              <a:xfrm>
                <a:off x="1939" y="9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25"/>
              <p:cNvSpPr/>
              <p:nvPr/>
            </p:nvSpPr>
            <p:spPr>
              <a:xfrm>
                <a:off x="1973" y="9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25"/>
              <p:cNvSpPr/>
              <p:nvPr/>
            </p:nvSpPr>
            <p:spPr>
              <a:xfrm>
                <a:off x="2007" y="9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25"/>
              <p:cNvSpPr/>
              <p:nvPr/>
            </p:nvSpPr>
            <p:spPr>
              <a:xfrm>
                <a:off x="1333" y="3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25"/>
              <p:cNvSpPr/>
              <p:nvPr/>
            </p:nvSpPr>
            <p:spPr>
              <a:xfrm>
                <a:off x="1367" y="4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25"/>
              <p:cNvSpPr/>
              <p:nvPr/>
            </p:nvSpPr>
            <p:spPr>
              <a:xfrm>
                <a:off x="1401" y="4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25"/>
              <p:cNvSpPr/>
              <p:nvPr/>
            </p:nvSpPr>
            <p:spPr>
              <a:xfrm>
                <a:off x="1435" y="4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25"/>
              <p:cNvSpPr/>
              <p:nvPr/>
            </p:nvSpPr>
            <p:spPr>
              <a:xfrm>
                <a:off x="1469" y="51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25"/>
              <p:cNvSpPr/>
              <p:nvPr/>
            </p:nvSpPr>
            <p:spPr>
              <a:xfrm>
                <a:off x="1503" y="54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25"/>
              <p:cNvSpPr/>
              <p:nvPr/>
            </p:nvSpPr>
            <p:spPr>
              <a:xfrm>
                <a:off x="1537" y="58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25"/>
              <p:cNvSpPr/>
              <p:nvPr/>
            </p:nvSpPr>
            <p:spPr>
              <a:xfrm>
                <a:off x="1571" y="61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25"/>
              <p:cNvSpPr/>
              <p:nvPr/>
            </p:nvSpPr>
            <p:spPr>
              <a:xfrm>
                <a:off x="1605" y="64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6" name="Google Shape;1846;p25"/>
              <p:cNvSpPr/>
              <p:nvPr/>
            </p:nvSpPr>
            <p:spPr>
              <a:xfrm>
                <a:off x="1639" y="68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25"/>
              <p:cNvSpPr/>
              <p:nvPr/>
            </p:nvSpPr>
            <p:spPr>
              <a:xfrm>
                <a:off x="1673" y="7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25"/>
              <p:cNvSpPr/>
              <p:nvPr/>
            </p:nvSpPr>
            <p:spPr>
              <a:xfrm>
                <a:off x="1707" y="7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9" name="Google Shape;1849;p25"/>
              <p:cNvSpPr/>
              <p:nvPr/>
            </p:nvSpPr>
            <p:spPr>
              <a:xfrm>
                <a:off x="1741" y="7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25"/>
              <p:cNvSpPr/>
              <p:nvPr/>
            </p:nvSpPr>
            <p:spPr>
              <a:xfrm>
                <a:off x="1775" y="8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25"/>
              <p:cNvSpPr/>
              <p:nvPr/>
            </p:nvSpPr>
            <p:spPr>
              <a:xfrm>
                <a:off x="1809" y="8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25"/>
              <p:cNvSpPr/>
              <p:nvPr/>
            </p:nvSpPr>
            <p:spPr>
              <a:xfrm>
                <a:off x="1844" y="88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3" name="Google Shape;1853;p25"/>
              <p:cNvSpPr/>
              <p:nvPr/>
            </p:nvSpPr>
            <p:spPr>
              <a:xfrm>
                <a:off x="1878" y="9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4" name="Google Shape;1854;p25"/>
              <p:cNvSpPr/>
              <p:nvPr/>
            </p:nvSpPr>
            <p:spPr>
              <a:xfrm>
                <a:off x="1912" y="9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25"/>
              <p:cNvSpPr/>
              <p:nvPr/>
            </p:nvSpPr>
            <p:spPr>
              <a:xfrm>
                <a:off x="1946" y="9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25"/>
              <p:cNvSpPr/>
              <p:nvPr/>
            </p:nvSpPr>
            <p:spPr>
              <a:xfrm>
                <a:off x="1980" y="10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7" name="Google Shape;1857;p25"/>
              <p:cNvSpPr/>
              <p:nvPr/>
            </p:nvSpPr>
            <p:spPr>
              <a:xfrm>
                <a:off x="1305" y="40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25"/>
              <p:cNvSpPr/>
              <p:nvPr/>
            </p:nvSpPr>
            <p:spPr>
              <a:xfrm>
                <a:off x="1339" y="4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25"/>
              <p:cNvSpPr/>
              <p:nvPr/>
            </p:nvSpPr>
            <p:spPr>
              <a:xfrm>
                <a:off x="1373" y="4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25"/>
              <p:cNvSpPr/>
              <p:nvPr/>
            </p:nvSpPr>
            <p:spPr>
              <a:xfrm>
                <a:off x="1407" y="5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25"/>
              <p:cNvSpPr/>
              <p:nvPr/>
            </p:nvSpPr>
            <p:spPr>
              <a:xfrm>
                <a:off x="1441" y="5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25"/>
              <p:cNvSpPr/>
              <p:nvPr/>
            </p:nvSpPr>
            <p:spPr>
              <a:xfrm>
                <a:off x="1475" y="57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25"/>
              <p:cNvSpPr/>
              <p:nvPr/>
            </p:nvSpPr>
            <p:spPr>
              <a:xfrm>
                <a:off x="1509" y="60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25"/>
              <p:cNvSpPr/>
              <p:nvPr/>
            </p:nvSpPr>
            <p:spPr>
              <a:xfrm>
                <a:off x="1543" y="64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25"/>
              <p:cNvSpPr/>
              <p:nvPr/>
            </p:nvSpPr>
            <p:spPr>
              <a:xfrm>
                <a:off x="1577" y="6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25"/>
              <p:cNvSpPr/>
              <p:nvPr/>
            </p:nvSpPr>
            <p:spPr>
              <a:xfrm>
                <a:off x="1611" y="7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25"/>
              <p:cNvSpPr/>
              <p:nvPr/>
            </p:nvSpPr>
            <p:spPr>
              <a:xfrm>
                <a:off x="1646" y="74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25"/>
              <p:cNvSpPr/>
              <p:nvPr/>
            </p:nvSpPr>
            <p:spPr>
              <a:xfrm>
                <a:off x="1680" y="7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869;p25"/>
              <p:cNvSpPr/>
              <p:nvPr/>
            </p:nvSpPr>
            <p:spPr>
              <a:xfrm>
                <a:off x="1715" y="81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0" name="Google Shape;1870;p25"/>
              <p:cNvSpPr/>
              <p:nvPr/>
            </p:nvSpPr>
            <p:spPr>
              <a:xfrm>
                <a:off x="1749" y="84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25"/>
              <p:cNvSpPr/>
              <p:nvPr/>
            </p:nvSpPr>
            <p:spPr>
              <a:xfrm>
                <a:off x="1782" y="88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25"/>
              <p:cNvSpPr/>
              <p:nvPr/>
            </p:nvSpPr>
            <p:spPr>
              <a:xfrm>
                <a:off x="1816" y="9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873;p25"/>
              <p:cNvSpPr/>
              <p:nvPr/>
            </p:nvSpPr>
            <p:spPr>
              <a:xfrm>
                <a:off x="1850" y="9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25"/>
              <p:cNvSpPr/>
              <p:nvPr/>
            </p:nvSpPr>
            <p:spPr>
              <a:xfrm>
                <a:off x="1884" y="9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25"/>
              <p:cNvSpPr/>
              <p:nvPr/>
            </p:nvSpPr>
            <p:spPr>
              <a:xfrm>
                <a:off x="1918" y="10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25"/>
              <p:cNvSpPr/>
              <p:nvPr/>
            </p:nvSpPr>
            <p:spPr>
              <a:xfrm>
                <a:off x="1952" y="10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7" name="Google Shape;1877;p25"/>
              <p:cNvSpPr/>
              <p:nvPr/>
            </p:nvSpPr>
            <p:spPr>
              <a:xfrm>
                <a:off x="1277" y="43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25"/>
              <p:cNvSpPr/>
              <p:nvPr/>
            </p:nvSpPr>
            <p:spPr>
              <a:xfrm>
                <a:off x="1311" y="4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25"/>
              <p:cNvSpPr/>
              <p:nvPr/>
            </p:nvSpPr>
            <p:spPr>
              <a:xfrm>
                <a:off x="1345" y="5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25"/>
              <p:cNvSpPr/>
              <p:nvPr/>
            </p:nvSpPr>
            <p:spPr>
              <a:xfrm>
                <a:off x="1380" y="5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881;p25"/>
              <p:cNvSpPr/>
              <p:nvPr/>
            </p:nvSpPr>
            <p:spPr>
              <a:xfrm>
                <a:off x="1415" y="570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2" name="Google Shape;1882;p25"/>
              <p:cNvSpPr/>
              <p:nvPr/>
            </p:nvSpPr>
            <p:spPr>
              <a:xfrm>
                <a:off x="1448" y="60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25"/>
              <p:cNvSpPr/>
              <p:nvPr/>
            </p:nvSpPr>
            <p:spPr>
              <a:xfrm>
                <a:off x="1482" y="63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25"/>
              <p:cNvSpPr/>
              <p:nvPr/>
            </p:nvSpPr>
            <p:spPr>
              <a:xfrm>
                <a:off x="1517" y="6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5" name="Google Shape;1885;p25"/>
              <p:cNvSpPr/>
              <p:nvPr/>
            </p:nvSpPr>
            <p:spPr>
              <a:xfrm>
                <a:off x="1551" y="7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6" name="Google Shape;1886;p25"/>
              <p:cNvSpPr/>
              <p:nvPr/>
            </p:nvSpPr>
            <p:spPr>
              <a:xfrm>
                <a:off x="1584" y="7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25"/>
              <p:cNvSpPr/>
              <p:nvPr/>
            </p:nvSpPr>
            <p:spPr>
              <a:xfrm>
                <a:off x="1618" y="7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25"/>
              <p:cNvSpPr/>
              <p:nvPr/>
            </p:nvSpPr>
            <p:spPr>
              <a:xfrm>
                <a:off x="1653" y="8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889;p25"/>
              <p:cNvSpPr/>
              <p:nvPr/>
            </p:nvSpPr>
            <p:spPr>
              <a:xfrm>
                <a:off x="1687" y="84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25"/>
              <p:cNvSpPr/>
              <p:nvPr/>
            </p:nvSpPr>
            <p:spPr>
              <a:xfrm>
                <a:off x="1720" y="87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25"/>
              <p:cNvSpPr/>
              <p:nvPr/>
            </p:nvSpPr>
            <p:spPr>
              <a:xfrm>
                <a:off x="1754" y="90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25"/>
              <p:cNvSpPr/>
              <p:nvPr/>
            </p:nvSpPr>
            <p:spPr>
              <a:xfrm>
                <a:off x="1789" y="94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93;p25"/>
              <p:cNvSpPr/>
              <p:nvPr/>
            </p:nvSpPr>
            <p:spPr>
              <a:xfrm>
                <a:off x="1823" y="97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94;p25"/>
              <p:cNvSpPr/>
              <p:nvPr/>
            </p:nvSpPr>
            <p:spPr>
              <a:xfrm>
                <a:off x="1856" y="10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25"/>
              <p:cNvSpPr/>
              <p:nvPr/>
            </p:nvSpPr>
            <p:spPr>
              <a:xfrm>
                <a:off x="1890" y="10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25"/>
              <p:cNvSpPr/>
              <p:nvPr/>
            </p:nvSpPr>
            <p:spPr>
              <a:xfrm>
                <a:off x="1924" y="108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97;p25"/>
              <p:cNvSpPr/>
              <p:nvPr/>
            </p:nvSpPr>
            <p:spPr>
              <a:xfrm>
                <a:off x="1250" y="4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8" name="Google Shape;1898;p25"/>
              <p:cNvSpPr/>
              <p:nvPr/>
            </p:nvSpPr>
            <p:spPr>
              <a:xfrm>
                <a:off x="1284" y="4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25"/>
              <p:cNvSpPr/>
              <p:nvPr/>
            </p:nvSpPr>
            <p:spPr>
              <a:xfrm>
                <a:off x="1318" y="52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25"/>
              <p:cNvSpPr/>
              <p:nvPr/>
            </p:nvSpPr>
            <p:spPr>
              <a:xfrm>
                <a:off x="1352" y="5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p25"/>
              <p:cNvSpPr/>
              <p:nvPr/>
            </p:nvSpPr>
            <p:spPr>
              <a:xfrm>
                <a:off x="1386" y="5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2" name="Google Shape;1902;p25"/>
              <p:cNvSpPr/>
              <p:nvPr/>
            </p:nvSpPr>
            <p:spPr>
              <a:xfrm>
                <a:off x="1420" y="6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25"/>
              <p:cNvSpPr/>
              <p:nvPr/>
            </p:nvSpPr>
            <p:spPr>
              <a:xfrm>
                <a:off x="1454" y="6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25"/>
              <p:cNvSpPr/>
              <p:nvPr/>
            </p:nvSpPr>
            <p:spPr>
              <a:xfrm>
                <a:off x="1489" y="7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p25"/>
              <p:cNvSpPr/>
              <p:nvPr/>
            </p:nvSpPr>
            <p:spPr>
              <a:xfrm>
                <a:off x="1523" y="7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p25"/>
              <p:cNvSpPr/>
              <p:nvPr/>
            </p:nvSpPr>
            <p:spPr>
              <a:xfrm>
                <a:off x="1556" y="7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25"/>
              <p:cNvSpPr/>
              <p:nvPr/>
            </p:nvSpPr>
            <p:spPr>
              <a:xfrm>
                <a:off x="1590" y="8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25"/>
              <p:cNvSpPr/>
              <p:nvPr/>
            </p:nvSpPr>
            <p:spPr>
              <a:xfrm>
                <a:off x="1625" y="8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25"/>
              <p:cNvSpPr/>
              <p:nvPr/>
            </p:nvSpPr>
            <p:spPr>
              <a:xfrm>
                <a:off x="1659" y="87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0" name="Google Shape;1910;p25"/>
              <p:cNvSpPr/>
              <p:nvPr/>
            </p:nvSpPr>
            <p:spPr>
              <a:xfrm>
                <a:off x="1692" y="90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25"/>
              <p:cNvSpPr/>
              <p:nvPr/>
            </p:nvSpPr>
            <p:spPr>
              <a:xfrm>
                <a:off x="1726" y="93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25"/>
              <p:cNvSpPr/>
              <p:nvPr/>
            </p:nvSpPr>
            <p:spPr>
              <a:xfrm>
                <a:off x="1761" y="9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25"/>
              <p:cNvSpPr/>
              <p:nvPr/>
            </p:nvSpPr>
            <p:spPr>
              <a:xfrm>
                <a:off x="1795" y="10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p25"/>
              <p:cNvSpPr/>
              <p:nvPr/>
            </p:nvSpPr>
            <p:spPr>
              <a:xfrm>
                <a:off x="1828" y="10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25"/>
              <p:cNvSpPr/>
              <p:nvPr/>
            </p:nvSpPr>
            <p:spPr>
              <a:xfrm>
                <a:off x="1862" y="10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25"/>
              <p:cNvSpPr/>
              <p:nvPr/>
            </p:nvSpPr>
            <p:spPr>
              <a:xfrm>
                <a:off x="1897" y="11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917;p25"/>
              <p:cNvSpPr/>
              <p:nvPr/>
            </p:nvSpPr>
            <p:spPr>
              <a:xfrm>
                <a:off x="1222" y="4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25"/>
              <p:cNvSpPr/>
              <p:nvPr/>
            </p:nvSpPr>
            <p:spPr>
              <a:xfrm>
                <a:off x="1256" y="5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25"/>
              <p:cNvSpPr/>
              <p:nvPr/>
            </p:nvSpPr>
            <p:spPr>
              <a:xfrm>
                <a:off x="1290" y="5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25"/>
              <p:cNvSpPr/>
              <p:nvPr/>
            </p:nvSpPr>
            <p:spPr>
              <a:xfrm>
                <a:off x="1324" y="5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1" name="Google Shape;1921;p25"/>
              <p:cNvSpPr/>
              <p:nvPr/>
            </p:nvSpPr>
            <p:spPr>
              <a:xfrm>
                <a:off x="1358" y="6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25"/>
              <p:cNvSpPr/>
              <p:nvPr/>
            </p:nvSpPr>
            <p:spPr>
              <a:xfrm>
                <a:off x="1392" y="6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25"/>
              <p:cNvSpPr/>
              <p:nvPr/>
            </p:nvSpPr>
            <p:spPr>
              <a:xfrm>
                <a:off x="1426" y="6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25"/>
              <p:cNvSpPr/>
              <p:nvPr/>
            </p:nvSpPr>
            <p:spPr>
              <a:xfrm>
                <a:off x="1460" y="72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p25"/>
              <p:cNvSpPr/>
              <p:nvPr/>
            </p:nvSpPr>
            <p:spPr>
              <a:xfrm>
                <a:off x="1494" y="7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6" name="Google Shape;1926;p25"/>
              <p:cNvSpPr/>
              <p:nvPr/>
            </p:nvSpPr>
            <p:spPr>
              <a:xfrm>
                <a:off x="1528" y="7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25"/>
              <p:cNvSpPr/>
              <p:nvPr/>
            </p:nvSpPr>
            <p:spPr>
              <a:xfrm>
                <a:off x="1562" y="8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25"/>
              <p:cNvSpPr/>
              <p:nvPr/>
            </p:nvSpPr>
            <p:spPr>
              <a:xfrm>
                <a:off x="1597" y="86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25"/>
              <p:cNvSpPr/>
              <p:nvPr/>
            </p:nvSpPr>
            <p:spPr>
              <a:xfrm>
                <a:off x="1630" y="8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p25"/>
              <p:cNvSpPr/>
              <p:nvPr/>
            </p:nvSpPr>
            <p:spPr>
              <a:xfrm>
                <a:off x="1664" y="9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1" name="Google Shape;1931;p25"/>
              <p:cNvSpPr/>
              <p:nvPr/>
            </p:nvSpPr>
            <p:spPr>
              <a:xfrm>
                <a:off x="1698" y="9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2" name="Google Shape;1932;p25"/>
              <p:cNvSpPr/>
              <p:nvPr/>
            </p:nvSpPr>
            <p:spPr>
              <a:xfrm>
                <a:off x="1733" y="10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25"/>
              <p:cNvSpPr/>
              <p:nvPr/>
            </p:nvSpPr>
            <p:spPr>
              <a:xfrm>
                <a:off x="1767" y="10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p25"/>
              <p:cNvSpPr/>
              <p:nvPr/>
            </p:nvSpPr>
            <p:spPr>
              <a:xfrm>
                <a:off x="1801" y="1067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5" name="Google Shape;1935;p25"/>
              <p:cNvSpPr/>
              <p:nvPr/>
            </p:nvSpPr>
            <p:spPr>
              <a:xfrm>
                <a:off x="1835" y="11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p25"/>
              <p:cNvSpPr/>
              <p:nvPr/>
            </p:nvSpPr>
            <p:spPr>
              <a:xfrm>
                <a:off x="1870" y="11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25"/>
              <p:cNvSpPr/>
              <p:nvPr/>
            </p:nvSpPr>
            <p:spPr>
              <a:xfrm>
                <a:off x="1194" y="5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8" name="Google Shape;1938;p25"/>
              <p:cNvSpPr/>
              <p:nvPr/>
            </p:nvSpPr>
            <p:spPr>
              <a:xfrm>
                <a:off x="1228" y="5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9" name="Google Shape;1939;p25"/>
              <p:cNvSpPr/>
              <p:nvPr/>
            </p:nvSpPr>
            <p:spPr>
              <a:xfrm>
                <a:off x="1262" y="5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0" name="Google Shape;1940;p25"/>
              <p:cNvSpPr/>
              <p:nvPr/>
            </p:nvSpPr>
            <p:spPr>
              <a:xfrm>
                <a:off x="1296" y="6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1" name="Google Shape;1941;p25"/>
              <p:cNvSpPr/>
              <p:nvPr/>
            </p:nvSpPr>
            <p:spPr>
              <a:xfrm>
                <a:off x="1330" y="6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2" name="Google Shape;1942;p25"/>
              <p:cNvSpPr/>
              <p:nvPr/>
            </p:nvSpPr>
            <p:spPr>
              <a:xfrm>
                <a:off x="1364" y="6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3" name="Google Shape;1943;p25"/>
              <p:cNvSpPr/>
              <p:nvPr/>
            </p:nvSpPr>
            <p:spPr>
              <a:xfrm>
                <a:off x="1398" y="7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4" name="Google Shape;1944;p25"/>
              <p:cNvSpPr/>
              <p:nvPr/>
            </p:nvSpPr>
            <p:spPr>
              <a:xfrm>
                <a:off x="1432" y="7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5" name="Google Shape;1945;p25"/>
              <p:cNvSpPr/>
              <p:nvPr/>
            </p:nvSpPr>
            <p:spPr>
              <a:xfrm>
                <a:off x="1466" y="7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6" name="Google Shape;1946;p25"/>
              <p:cNvSpPr/>
              <p:nvPr/>
            </p:nvSpPr>
            <p:spPr>
              <a:xfrm>
                <a:off x="1500" y="8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7" name="Google Shape;1947;p25"/>
              <p:cNvSpPr/>
              <p:nvPr/>
            </p:nvSpPr>
            <p:spPr>
              <a:xfrm>
                <a:off x="1534" y="8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8" name="Google Shape;1948;p25"/>
              <p:cNvSpPr/>
              <p:nvPr/>
            </p:nvSpPr>
            <p:spPr>
              <a:xfrm>
                <a:off x="1568" y="8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9" name="Google Shape;1949;p25"/>
              <p:cNvSpPr/>
              <p:nvPr/>
            </p:nvSpPr>
            <p:spPr>
              <a:xfrm>
                <a:off x="1603" y="925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0" name="Google Shape;1950;p25"/>
              <p:cNvSpPr/>
              <p:nvPr/>
            </p:nvSpPr>
            <p:spPr>
              <a:xfrm>
                <a:off x="1637" y="9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p25"/>
              <p:cNvSpPr/>
              <p:nvPr/>
            </p:nvSpPr>
            <p:spPr>
              <a:xfrm>
                <a:off x="1671" y="99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2" name="Google Shape;1952;p25"/>
              <p:cNvSpPr/>
              <p:nvPr/>
            </p:nvSpPr>
            <p:spPr>
              <a:xfrm>
                <a:off x="1705" y="102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p25"/>
              <p:cNvSpPr/>
              <p:nvPr/>
            </p:nvSpPr>
            <p:spPr>
              <a:xfrm>
                <a:off x="1739" y="10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p25"/>
              <p:cNvSpPr/>
              <p:nvPr/>
            </p:nvSpPr>
            <p:spPr>
              <a:xfrm>
                <a:off x="1773" y="10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p25"/>
              <p:cNvSpPr/>
              <p:nvPr/>
            </p:nvSpPr>
            <p:spPr>
              <a:xfrm>
                <a:off x="1807" y="11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p25"/>
              <p:cNvSpPr/>
              <p:nvPr/>
            </p:nvSpPr>
            <p:spPr>
              <a:xfrm>
                <a:off x="1841" y="11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7" name="Google Shape;1957;p25"/>
              <p:cNvSpPr/>
              <p:nvPr/>
            </p:nvSpPr>
            <p:spPr>
              <a:xfrm>
                <a:off x="1166" y="54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8" name="Google Shape;1958;p25"/>
              <p:cNvSpPr/>
              <p:nvPr/>
            </p:nvSpPr>
            <p:spPr>
              <a:xfrm>
                <a:off x="1200" y="57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p25"/>
              <p:cNvSpPr/>
              <p:nvPr/>
            </p:nvSpPr>
            <p:spPr>
              <a:xfrm>
                <a:off x="1234" y="61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25"/>
              <p:cNvSpPr/>
              <p:nvPr/>
            </p:nvSpPr>
            <p:spPr>
              <a:xfrm>
                <a:off x="1268" y="64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p25"/>
              <p:cNvSpPr/>
              <p:nvPr/>
            </p:nvSpPr>
            <p:spPr>
              <a:xfrm>
                <a:off x="1302" y="6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p25"/>
              <p:cNvSpPr/>
              <p:nvPr/>
            </p:nvSpPr>
            <p:spPr>
              <a:xfrm>
                <a:off x="1336" y="71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p25"/>
              <p:cNvSpPr/>
              <p:nvPr/>
            </p:nvSpPr>
            <p:spPr>
              <a:xfrm>
                <a:off x="1371" y="74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4" name="Google Shape;1964;p25"/>
              <p:cNvSpPr/>
              <p:nvPr/>
            </p:nvSpPr>
            <p:spPr>
              <a:xfrm>
                <a:off x="1405" y="78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5" name="Google Shape;1965;p25"/>
              <p:cNvSpPr/>
              <p:nvPr/>
            </p:nvSpPr>
            <p:spPr>
              <a:xfrm>
                <a:off x="1439" y="8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6" name="Google Shape;1966;p25"/>
              <p:cNvSpPr/>
              <p:nvPr/>
            </p:nvSpPr>
            <p:spPr>
              <a:xfrm>
                <a:off x="1473" y="8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7" name="Google Shape;1967;p25"/>
              <p:cNvSpPr/>
              <p:nvPr/>
            </p:nvSpPr>
            <p:spPr>
              <a:xfrm>
                <a:off x="1507" y="8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8" name="Google Shape;1968;p25"/>
              <p:cNvSpPr/>
              <p:nvPr/>
            </p:nvSpPr>
            <p:spPr>
              <a:xfrm>
                <a:off x="1541" y="9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9" name="Google Shape;1969;p25"/>
              <p:cNvSpPr/>
              <p:nvPr/>
            </p:nvSpPr>
            <p:spPr>
              <a:xfrm>
                <a:off x="1575" y="9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0" name="Google Shape;1970;p25"/>
              <p:cNvSpPr/>
              <p:nvPr/>
            </p:nvSpPr>
            <p:spPr>
              <a:xfrm>
                <a:off x="1609" y="9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1" name="Google Shape;1971;p25"/>
              <p:cNvSpPr/>
              <p:nvPr/>
            </p:nvSpPr>
            <p:spPr>
              <a:xfrm>
                <a:off x="1643" y="10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2" name="Google Shape;1972;p25"/>
              <p:cNvSpPr/>
              <p:nvPr/>
            </p:nvSpPr>
            <p:spPr>
              <a:xfrm>
                <a:off x="1677" y="10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3" name="Google Shape;1973;p25"/>
              <p:cNvSpPr/>
              <p:nvPr/>
            </p:nvSpPr>
            <p:spPr>
              <a:xfrm>
                <a:off x="1711" y="10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4" name="Google Shape;1974;p25"/>
              <p:cNvSpPr/>
              <p:nvPr/>
            </p:nvSpPr>
            <p:spPr>
              <a:xfrm>
                <a:off x="1745" y="112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5" name="Google Shape;1975;p25"/>
              <p:cNvSpPr/>
              <p:nvPr/>
            </p:nvSpPr>
            <p:spPr>
              <a:xfrm>
                <a:off x="1779" y="11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6" name="Google Shape;1976;p25"/>
              <p:cNvSpPr/>
              <p:nvPr/>
            </p:nvSpPr>
            <p:spPr>
              <a:xfrm>
                <a:off x="1813" y="11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77" name="Google Shape;1977;p25"/>
            <p:cNvSpPr/>
            <p:nvPr/>
          </p:nvSpPr>
          <p:spPr>
            <a:xfrm>
              <a:off x="565757" y="9080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5"/>
            <p:cNvSpPr/>
            <p:nvPr/>
          </p:nvSpPr>
          <p:spPr>
            <a:xfrm>
              <a:off x="621319" y="96202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5"/>
            <p:cNvSpPr/>
            <p:nvPr/>
          </p:nvSpPr>
          <p:spPr>
            <a:xfrm>
              <a:off x="675294" y="10160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5"/>
            <p:cNvSpPr/>
            <p:nvPr/>
          </p:nvSpPr>
          <p:spPr>
            <a:xfrm>
              <a:off x="729269" y="10699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5"/>
            <p:cNvSpPr/>
            <p:nvPr/>
          </p:nvSpPr>
          <p:spPr>
            <a:xfrm>
              <a:off x="783244" y="11239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5"/>
            <p:cNvSpPr/>
            <p:nvPr/>
          </p:nvSpPr>
          <p:spPr>
            <a:xfrm>
              <a:off x="837219" y="11779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5"/>
            <p:cNvSpPr/>
            <p:nvPr/>
          </p:nvSpPr>
          <p:spPr>
            <a:xfrm>
              <a:off x="891194" y="12319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5"/>
            <p:cNvSpPr/>
            <p:nvPr/>
          </p:nvSpPr>
          <p:spPr>
            <a:xfrm>
              <a:off x="945169" y="12858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5"/>
            <p:cNvSpPr/>
            <p:nvPr/>
          </p:nvSpPr>
          <p:spPr>
            <a:xfrm>
              <a:off x="999144" y="13398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5"/>
            <p:cNvSpPr/>
            <p:nvPr/>
          </p:nvSpPr>
          <p:spPr>
            <a:xfrm>
              <a:off x="1053119" y="13938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5"/>
            <p:cNvSpPr/>
            <p:nvPr/>
          </p:nvSpPr>
          <p:spPr>
            <a:xfrm>
              <a:off x="1107094" y="14478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5"/>
            <p:cNvSpPr/>
            <p:nvPr/>
          </p:nvSpPr>
          <p:spPr>
            <a:xfrm>
              <a:off x="1161069" y="1501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5"/>
            <p:cNvSpPr/>
            <p:nvPr/>
          </p:nvSpPr>
          <p:spPr>
            <a:xfrm>
              <a:off x="1215044" y="1555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5"/>
            <p:cNvSpPr/>
            <p:nvPr/>
          </p:nvSpPr>
          <p:spPr>
            <a:xfrm>
              <a:off x="1269019" y="1609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5"/>
            <p:cNvSpPr/>
            <p:nvPr/>
          </p:nvSpPr>
          <p:spPr>
            <a:xfrm>
              <a:off x="1322994" y="1663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5"/>
            <p:cNvSpPr/>
            <p:nvPr/>
          </p:nvSpPr>
          <p:spPr>
            <a:xfrm>
              <a:off x="1376969" y="1717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5"/>
            <p:cNvSpPr/>
            <p:nvPr/>
          </p:nvSpPr>
          <p:spPr>
            <a:xfrm>
              <a:off x="1430944" y="17716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5"/>
            <p:cNvSpPr/>
            <p:nvPr/>
          </p:nvSpPr>
          <p:spPr>
            <a:xfrm>
              <a:off x="1484919" y="18256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5"/>
            <p:cNvSpPr/>
            <p:nvPr/>
          </p:nvSpPr>
          <p:spPr>
            <a:xfrm>
              <a:off x="1538894" y="18796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5"/>
            <p:cNvSpPr/>
            <p:nvPr/>
          </p:nvSpPr>
          <p:spPr>
            <a:xfrm>
              <a:off x="1592869" y="19335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5"/>
            <p:cNvSpPr/>
            <p:nvPr/>
          </p:nvSpPr>
          <p:spPr>
            <a:xfrm>
              <a:off x="522894" y="9509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5"/>
            <p:cNvSpPr/>
            <p:nvPr/>
          </p:nvSpPr>
          <p:spPr>
            <a:xfrm>
              <a:off x="576869" y="10048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5"/>
            <p:cNvSpPr/>
            <p:nvPr/>
          </p:nvSpPr>
          <p:spPr>
            <a:xfrm>
              <a:off x="630844" y="10588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5"/>
            <p:cNvSpPr/>
            <p:nvPr/>
          </p:nvSpPr>
          <p:spPr>
            <a:xfrm>
              <a:off x="684819" y="11128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5"/>
            <p:cNvSpPr/>
            <p:nvPr/>
          </p:nvSpPr>
          <p:spPr>
            <a:xfrm>
              <a:off x="738794" y="11668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5"/>
            <p:cNvSpPr/>
            <p:nvPr/>
          </p:nvSpPr>
          <p:spPr>
            <a:xfrm>
              <a:off x="792769" y="1222375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5"/>
            <p:cNvSpPr/>
            <p:nvPr/>
          </p:nvSpPr>
          <p:spPr>
            <a:xfrm>
              <a:off x="846744" y="12763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5"/>
            <p:cNvSpPr/>
            <p:nvPr/>
          </p:nvSpPr>
          <p:spPr>
            <a:xfrm>
              <a:off x="900719" y="13303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5"/>
            <p:cNvSpPr/>
            <p:nvPr/>
          </p:nvSpPr>
          <p:spPr>
            <a:xfrm>
              <a:off x="954694" y="13843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5"/>
            <p:cNvSpPr/>
            <p:nvPr/>
          </p:nvSpPr>
          <p:spPr>
            <a:xfrm>
              <a:off x="1008669" y="14382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5"/>
            <p:cNvSpPr/>
            <p:nvPr/>
          </p:nvSpPr>
          <p:spPr>
            <a:xfrm>
              <a:off x="1062644" y="14922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5"/>
            <p:cNvSpPr/>
            <p:nvPr/>
          </p:nvSpPr>
          <p:spPr>
            <a:xfrm>
              <a:off x="1116619" y="1546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5"/>
            <p:cNvSpPr/>
            <p:nvPr/>
          </p:nvSpPr>
          <p:spPr>
            <a:xfrm>
              <a:off x="1170594" y="16002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5"/>
            <p:cNvSpPr/>
            <p:nvPr/>
          </p:nvSpPr>
          <p:spPr>
            <a:xfrm>
              <a:off x="1224569" y="16541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5"/>
            <p:cNvSpPr/>
            <p:nvPr/>
          </p:nvSpPr>
          <p:spPr>
            <a:xfrm>
              <a:off x="1278544" y="17081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5"/>
            <p:cNvSpPr/>
            <p:nvPr/>
          </p:nvSpPr>
          <p:spPr>
            <a:xfrm>
              <a:off x="1332519" y="17621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5"/>
            <p:cNvSpPr/>
            <p:nvPr/>
          </p:nvSpPr>
          <p:spPr>
            <a:xfrm>
              <a:off x="1386494" y="18161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5"/>
            <p:cNvSpPr/>
            <p:nvPr/>
          </p:nvSpPr>
          <p:spPr>
            <a:xfrm>
              <a:off x="1440469" y="18700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5"/>
            <p:cNvSpPr/>
            <p:nvPr/>
          </p:nvSpPr>
          <p:spPr>
            <a:xfrm>
              <a:off x="1494444" y="19240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5"/>
            <p:cNvSpPr/>
            <p:nvPr/>
          </p:nvSpPr>
          <p:spPr>
            <a:xfrm>
              <a:off x="1550007" y="197802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5"/>
            <p:cNvSpPr/>
            <p:nvPr/>
          </p:nvSpPr>
          <p:spPr>
            <a:xfrm>
              <a:off x="478444" y="9953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5"/>
            <p:cNvSpPr/>
            <p:nvPr/>
          </p:nvSpPr>
          <p:spPr>
            <a:xfrm>
              <a:off x="532419" y="10493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5"/>
            <p:cNvSpPr/>
            <p:nvPr/>
          </p:nvSpPr>
          <p:spPr>
            <a:xfrm>
              <a:off x="587982" y="1104900"/>
              <a:ext cx="33338" cy="33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5"/>
            <p:cNvSpPr/>
            <p:nvPr/>
          </p:nvSpPr>
          <p:spPr>
            <a:xfrm>
              <a:off x="640369" y="11572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5"/>
            <p:cNvSpPr/>
            <p:nvPr/>
          </p:nvSpPr>
          <p:spPr>
            <a:xfrm>
              <a:off x="694344" y="12112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5"/>
            <p:cNvSpPr/>
            <p:nvPr/>
          </p:nvSpPr>
          <p:spPr>
            <a:xfrm>
              <a:off x="748319" y="12652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5"/>
            <p:cNvSpPr/>
            <p:nvPr/>
          </p:nvSpPr>
          <p:spPr>
            <a:xfrm>
              <a:off x="802294" y="13192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5"/>
            <p:cNvSpPr/>
            <p:nvPr/>
          </p:nvSpPr>
          <p:spPr>
            <a:xfrm>
              <a:off x="856269" y="13731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5"/>
            <p:cNvSpPr/>
            <p:nvPr/>
          </p:nvSpPr>
          <p:spPr>
            <a:xfrm>
              <a:off x="910244" y="14271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5"/>
            <p:cNvSpPr/>
            <p:nvPr/>
          </p:nvSpPr>
          <p:spPr>
            <a:xfrm>
              <a:off x="964219" y="14811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5"/>
            <p:cNvSpPr/>
            <p:nvPr/>
          </p:nvSpPr>
          <p:spPr>
            <a:xfrm>
              <a:off x="1018194" y="153670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5"/>
            <p:cNvSpPr/>
            <p:nvPr/>
          </p:nvSpPr>
          <p:spPr>
            <a:xfrm>
              <a:off x="1072169" y="1590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5"/>
            <p:cNvSpPr/>
            <p:nvPr/>
          </p:nvSpPr>
          <p:spPr>
            <a:xfrm>
              <a:off x="1126144" y="16446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5"/>
            <p:cNvSpPr/>
            <p:nvPr/>
          </p:nvSpPr>
          <p:spPr>
            <a:xfrm>
              <a:off x="1180119" y="16986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5"/>
            <p:cNvSpPr/>
            <p:nvPr/>
          </p:nvSpPr>
          <p:spPr>
            <a:xfrm>
              <a:off x="1235682" y="17526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5"/>
            <p:cNvSpPr/>
            <p:nvPr/>
          </p:nvSpPr>
          <p:spPr>
            <a:xfrm>
              <a:off x="1289657" y="18065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5"/>
            <p:cNvSpPr/>
            <p:nvPr/>
          </p:nvSpPr>
          <p:spPr>
            <a:xfrm>
              <a:off x="1343632" y="18605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25"/>
            <p:cNvSpPr/>
            <p:nvPr/>
          </p:nvSpPr>
          <p:spPr>
            <a:xfrm>
              <a:off x="1397607" y="19145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25"/>
            <p:cNvSpPr/>
            <p:nvPr/>
          </p:nvSpPr>
          <p:spPr>
            <a:xfrm>
              <a:off x="1451582" y="19685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25"/>
            <p:cNvSpPr/>
            <p:nvPr/>
          </p:nvSpPr>
          <p:spPr>
            <a:xfrm>
              <a:off x="1505557" y="20224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7" name="Google Shape;2037;p25"/>
          <p:cNvGrpSpPr/>
          <p:nvPr/>
        </p:nvGrpSpPr>
        <p:grpSpPr>
          <a:xfrm>
            <a:off x="-390479" y="-476450"/>
            <a:ext cx="2090651" cy="2790332"/>
            <a:chOff x="5213090" y="468313"/>
            <a:chExt cx="1581151" cy="1582738"/>
          </a:xfrm>
        </p:grpSpPr>
        <p:sp>
          <p:nvSpPr>
            <p:cNvPr id="2038" name="Google Shape;2038;p25"/>
            <p:cNvSpPr/>
            <p:nvPr/>
          </p:nvSpPr>
          <p:spPr>
            <a:xfrm>
              <a:off x="6760903" y="9953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25"/>
            <p:cNvSpPr/>
            <p:nvPr/>
          </p:nvSpPr>
          <p:spPr>
            <a:xfrm>
              <a:off x="6705340" y="1047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25"/>
            <p:cNvSpPr/>
            <p:nvPr/>
          </p:nvSpPr>
          <p:spPr>
            <a:xfrm>
              <a:off x="6651365" y="1101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25"/>
            <p:cNvSpPr/>
            <p:nvPr/>
          </p:nvSpPr>
          <p:spPr>
            <a:xfrm>
              <a:off x="6597390" y="1155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25"/>
            <p:cNvSpPr/>
            <p:nvPr/>
          </p:nvSpPr>
          <p:spPr>
            <a:xfrm>
              <a:off x="6545003" y="1209675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25"/>
            <p:cNvSpPr/>
            <p:nvPr/>
          </p:nvSpPr>
          <p:spPr>
            <a:xfrm>
              <a:off x="6491028" y="126365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25"/>
            <p:cNvSpPr/>
            <p:nvPr/>
          </p:nvSpPr>
          <p:spPr>
            <a:xfrm>
              <a:off x="6437053" y="13160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25"/>
            <p:cNvSpPr/>
            <p:nvPr/>
          </p:nvSpPr>
          <p:spPr>
            <a:xfrm>
              <a:off x="6383078" y="13700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25"/>
            <p:cNvSpPr/>
            <p:nvPr/>
          </p:nvSpPr>
          <p:spPr>
            <a:xfrm>
              <a:off x="6329103" y="14239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25"/>
            <p:cNvSpPr/>
            <p:nvPr/>
          </p:nvSpPr>
          <p:spPr>
            <a:xfrm>
              <a:off x="6275128" y="14779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25"/>
            <p:cNvSpPr/>
            <p:nvPr/>
          </p:nvSpPr>
          <p:spPr>
            <a:xfrm>
              <a:off x="6222740" y="15319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5"/>
            <p:cNvSpPr/>
            <p:nvPr/>
          </p:nvSpPr>
          <p:spPr>
            <a:xfrm>
              <a:off x="6168765" y="158591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5"/>
            <p:cNvSpPr/>
            <p:nvPr/>
          </p:nvSpPr>
          <p:spPr>
            <a:xfrm>
              <a:off x="6114790" y="16383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25"/>
            <p:cNvSpPr/>
            <p:nvPr/>
          </p:nvSpPr>
          <p:spPr>
            <a:xfrm>
              <a:off x="6060815" y="16922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25"/>
            <p:cNvSpPr/>
            <p:nvPr/>
          </p:nvSpPr>
          <p:spPr>
            <a:xfrm>
              <a:off x="6006840" y="17462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25"/>
            <p:cNvSpPr/>
            <p:nvPr/>
          </p:nvSpPr>
          <p:spPr>
            <a:xfrm>
              <a:off x="5952865" y="1800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25"/>
            <p:cNvSpPr/>
            <p:nvPr/>
          </p:nvSpPr>
          <p:spPr>
            <a:xfrm>
              <a:off x="5902065" y="1855788"/>
              <a:ext cx="31750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5"/>
            <p:cNvSpPr/>
            <p:nvPr/>
          </p:nvSpPr>
          <p:spPr>
            <a:xfrm>
              <a:off x="5848090" y="19097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5"/>
            <p:cNvSpPr/>
            <p:nvPr/>
          </p:nvSpPr>
          <p:spPr>
            <a:xfrm>
              <a:off x="5792528" y="19605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5"/>
            <p:cNvSpPr/>
            <p:nvPr/>
          </p:nvSpPr>
          <p:spPr>
            <a:xfrm>
              <a:off x="5738553" y="20145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5"/>
            <p:cNvSpPr/>
            <p:nvPr/>
          </p:nvSpPr>
          <p:spPr>
            <a:xfrm>
              <a:off x="6714865" y="9509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25"/>
            <p:cNvSpPr/>
            <p:nvPr/>
          </p:nvSpPr>
          <p:spPr>
            <a:xfrm>
              <a:off x="6662478" y="1004888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5"/>
            <p:cNvSpPr/>
            <p:nvPr/>
          </p:nvSpPr>
          <p:spPr>
            <a:xfrm>
              <a:off x="6610090" y="10588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5"/>
            <p:cNvSpPr/>
            <p:nvPr/>
          </p:nvSpPr>
          <p:spPr>
            <a:xfrm>
              <a:off x="6556115" y="1112838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5"/>
            <p:cNvSpPr/>
            <p:nvPr/>
          </p:nvSpPr>
          <p:spPr>
            <a:xfrm>
              <a:off x="6500553" y="1165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5"/>
            <p:cNvSpPr/>
            <p:nvPr/>
          </p:nvSpPr>
          <p:spPr>
            <a:xfrm>
              <a:off x="6446578" y="12192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25"/>
            <p:cNvSpPr/>
            <p:nvPr/>
          </p:nvSpPr>
          <p:spPr>
            <a:xfrm>
              <a:off x="6392603" y="12731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25"/>
            <p:cNvSpPr/>
            <p:nvPr/>
          </p:nvSpPr>
          <p:spPr>
            <a:xfrm>
              <a:off x="6340215" y="132715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5"/>
            <p:cNvSpPr/>
            <p:nvPr/>
          </p:nvSpPr>
          <p:spPr>
            <a:xfrm>
              <a:off x="6286240" y="13795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5"/>
            <p:cNvSpPr/>
            <p:nvPr/>
          </p:nvSpPr>
          <p:spPr>
            <a:xfrm>
              <a:off x="6233853" y="14351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5"/>
            <p:cNvSpPr/>
            <p:nvPr/>
          </p:nvSpPr>
          <p:spPr>
            <a:xfrm>
              <a:off x="6178290" y="14874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5"/>
            <p:cNvSpPr/>
            <p:nvPr/>
          </p:nvSpPr>
          <p:spPr>
            <a:xfrm>
              <a:off x="6124315" y="15414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5"/>
            <p:cNvSpPr/>
            <p:nvPr/>
          </p:nvSpPr>
          <p:spPr>
            <a:xfrm>
              <a:off x="6070340" y="15954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25"/>
            <p:cNvSpPr/>
            <p:nvPr/>
          </p:nvSpPr>
          <p:spPr>
            <a:xfrm>
              <a:off x="6016365" y="164941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25"/>
            <p:cNvSpPr/>
            <p:nvPr/>
          </p:nvSpPr>
          <p:spPr>
            <a:xfrm>
              <a:off x="5963978" y="17018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25"/>
            <p:cNvSpPr/>
            <p:nvPr/>
          </p:nvSpPr>
          <p:spPr>
            <a:xfrm>
              <a:off x="5910003" y="1755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25"/>
            <p:cNvSpPr/>
            <p:nvPr/>
          </p:nvSpPr>
          <p:spPr>
            <a:xfrm>
              <a:off x="5856028" y="1809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25"/>
            <p:cNvSpPr/>
            <p:nvPr/>
          </p:nvSpPr>
          <p:spPr>
            <a:xfrm>
              <a:off x="5802053" y="1863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25"/>
            <p:cNvSpPr/>
            <p:nvPr/>
          </p:nvSpPr>
          <p:spPr>
            <a:xfrm>
              <a:off x="5748078" y="1917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25"/>
            <p:cNvSpPr/>
            <p:nvPr/>
          </p:nvSpPr>
          <p:spPr>
            <a:xfrm>
              <a:off x="5695690" y="19732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25"/>
            <p:cNvSpPr/>
            <p:nvPr/>
          </p:nvSpPr>
          <p:spPr>
            <a:xfrm>
              <a:off x="6672003" y="9064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25"/>
            <p:cNvSpPr/>
            <p:nvPr/>
          </p:nvSpPr>
          <p:spPr>
            <a:xfrm>
              <a:off x="6618028" y="9604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25"/>
            <p:cNvSpPr/>
            <p:nvPr/>
          </p:nvSpPr>
          <p:spPr>
            <a:xfrm>
              <a:off x="6565640" y="10160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25"/>
            <p:cNvSpPr/>
            <p:nvPr/>
          </p:nvSpPr>
          <p:spPr>
            <a:xfrm>
              <a:off x="6511665" y="1069975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25"/>
            <p:cNvSpPr/>
            <p:nvPr/>
          </p:nvSpPr>
          <p:spPr>
            <a:xfrm>
              <a:off x="6456103" y="1120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5"/>
            <p:cNvSpPr/>
            <p:nvPr/>
          </p:nvSpPr>
          <p:spPr>
            <a:xfrm>
              <a:off x="6403715" y="117475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5"/>
            <p:cNvSpPr/>
            <p:nvPr/>
          </p:nvSpPr>
          <p:spPr>
            <a:xfrm>
              <a:off x="6349740" y="1228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5"/>
            <p:cNvSpPr/>
            <p:nvPr/>
          </p:nvSpPr>
          <p:spPr>
            <a:xfrm>
              <a:off x="6295765" y="1282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25"/>
            <p:cNvSpPr/>
            <p:nvPr/>
          </p:nvSpPr>
          <p:spPr>
            <a:xfrm>
              <a:off x="6241790" y="1336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7" name="Google Shape;2087;p25"/>
            <p:cNvGrpSpPr/>
            <p:nvPr/>
          </p:nvGrpSpPr>
          <p:grpSpPr>
            <a:xfrm>
              <a:off x="5255952" y="468313"/>
              <a:ext cx="1408113" cy="1493838"/>
              <a:chOff x="3702" y="295"/>
              <a:chExt cx="887" cy="941"/>
            </a:xfrm>
          </p:grpSpPr>
          <p:sp>
            <p:nvSpPr>
              <p:cNvPr id="2088" name="Google Shape;2088;p25"/>
              <p:cNvSpPr/>
              <p:nvPr/>
            </p:nvSpPr>
            <p:spPr>
              <a:xfrm>
                <a:off x="4289" y="87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25"/>
              <p:cNvSpPr/>
              <p:nvPr/>
            </p:nvSpPr>
            <p:spPr>
              <a:xfrm>
                <a:off x="4255" y="91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25"/>
              <p:cNvSpPr/>
              <p:nvPr/>
            </p:nvSpPr>
            <p:spPr>
              <a:xfrm>
                <a:off x="4222" y="94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1" name="Google Shape;2091;p25"/>
              <p:cNvSpPr/>
              <p:nvPr/>
            </p:nvSpPr>
            <p:spPr>
              <a:xfrm>
                <a:off x="4188" y="9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p25"/>
              <p:cNvSpPr/>
              <p:nvPr/>
            </p:nvSpPr>
            <p:spPr>
              <a:xfrm>
                <a:off x="4154" y="10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25"/>
              <p:cNvSpPr/>
              <p:nvPr/>
            </p:nvSpPr>
            <p:spPr>
              <a:xfrm>
                <a:off x="4120" y="10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25"/>
              <p:cNvSpPr/>
              <p:nvPr/>
            </p:nvSpPr>
            <p:spPr>
              <a:xfrm>
                <a:off x="4086" y="107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5" name="Google Shape;2095;p25"/>
              <p:cNvSpPr/>
              <p:nvPr/>
            </p:nvSpPr>
            <p:spPr>
              <a:xfrm>
                <a:off x="4052" y="111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6" name="Google Shape;2096;p25"/>
              <p:cNvSpPr/>
              <p:nvPr/>
            </p:nvSpPr>
            <p:spPr>
              <a:xfrm>
                <a:off x="4019" y="114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7" name="Google Shape;2097;p25"/>
              <p:cNvSpPr/>
              <p:nvPr/>
            </p:nvSpPr>
            <p:spPr>
              <a:xfrm>
                <a:off x="3985" y="11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25"/>
              <p:cNvSpPr/>
              <p:nvPr/>
            </p:nvSpPr>
            <p:spPr>
              <a:xfrm>
                <a:off x="3952" y="1215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25"/>
              <p:cNvSpPr/>
              <p:nvPr/>
            </p:nvSpPr>
            <p:spPr>
              <a:xfrm>
                <a:off x="4566" y="54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p25"/>
              <p:cNvSpPr/>
              <p:nvPr/>
            </p:nvSpPr>
            <p:spPr>
              <a:xfrm>
                <a:off x="4532" y="5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p25"/>
              <p:cNvSpPr/>
              <p:nvPr/>
            </p:nvSpPr>
            <p:spPr>
              <a:xfrm>
                <a:off x="4498" y="6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25"/>
              <p:cNvSpPr/>
              <p:nvPr/>
            </p:nvSpPr>
            <p:spPr>
              <a:xfrm>
                <a:off x="4465" y="64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25"/>
              <p:cNvSpPr/>
              <p:nvPr/>
            </p:nvSpPr>
            <p:spPr>
              <a:xfrm>
                <a:off x="4431" y="6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4" name="Google Shape;2104;p25"/>
              <p:cNvSpPr/>
              <p:nvPr/>
            </p:nvSpPr>
            <p:spPr>
              <a:xfrm>
                <a:off x="4398" y="714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5" name="Google Shape;2105;p25"/>
              <p:cNvSpPr/>
              <p:nvPr/>
            </p:nvSpPr>
            <p:spPr>
              <a:xfrm>
                <a:off x="4363" y="74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p25"/>
              <p:cNvSpPr/>
              <p:nvPr/>
            </p:nvSpPr>
            <p:spPr>
              <a:xfrm>
                <a:off x="4329" y="7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25"/>
              <p:cNvSpPr/>
              <p:nvPr/>
            </p:nvSpPr>
            <p:spPr>
              <a:xfrm>
                <a:off x="4295" y="81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p25"/>
              <p:cNvSpPr/>
              <p:nvPr/>
            </p:nvSpPr>
            <p:spPr>
              <a:xfrm>
                <a:off x="4262" y="84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9" name="Google Shape;2109;p25"/>
              <p:cNvSpPr/>
              <p:nvPr/>
            </p:nvSpPr>
            <p:spPr>
              <a:xfrm>
                <a:off x="4228" y="88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25"/>
              <p:cNvSpPr/>
              <p:nvPr/>
            </p:nvSpPr>
            <p:spPr>
              <a:xfrm>
                <a:off x="4195" y="917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25"/>
              <p:cNvSpPr/>
              <p:nvPr/>
            </p:nvSpPr>
            <p:spPr>
              <a:xfrm>
                <a:off x="4161" y="951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2" name="Google Shape;2112;p25"/>
              <p:cNvSpPr/>
              <p:nvPr/>
            </p:nvSpPr>
            <p:spPr>
              <a:xfrm>
                <a:off x="4126" y="98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3" name="Google Shape;2113;p25"/>
              <p:cNvSpPr/>
              <p:nvPr/>
            </p:nvSpPr>
            <p:spPr>
              <a:xfrm>
                <a:off x="4092" y="101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4" name="Google Shape;2114;p25"/>
              <p:cNvSpPr/>
              <p:nvPr/>
            </p:nvSpPr>
            <p:spPr>
              <a:xfrm>
                <a:off x="4059" y="1051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25"/>
              <p:cNvSpPr/>
              <p:nvPr/>
            </p:nvSpPr>
            <p:spPr>
              <a:xfrm>
                <a:off x="4025" y="108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6" name="Google Shape;2116;p25"/>
              <p:cNvSpPr/>
              <p:nvPr/>
            </p:nvSpPr>
            <p:spPr>
              <a:xfrm>
                <a:off x="3991" y="11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7" name="Google Shape;2117;p25"/>
              <p:cNvSpPr/>
              <p:nvPr/>
            </p:nvSpPr>
            <p:spPr>
              <a:xfrm>
                <a:off x="3957" y="115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25"/>
              <p:cNvSpPr/>
              <p:nvPr/>
            </p:nvSpPr>
            <p:spPr>
              <a:xfrm>
                <a:off x="3923" y="11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9" name="Google Shape;2119;p25"/>
              <p:cNvSpPr/>
              <p:nvPr/>
            </p:nvSpPr>
            <p:spPr>
              <a:xfrm>
                <a:off x="4539" y="51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0" name="Google Shape;2120;p25"/>
              <p:cNvSpPr/>
              <p:nvPr/>
            </p:nvSpPr>
            <p:spPr>
              <a:xfrm>
                <a:off x="4505" y="5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1" name="Google Shape;2121;p25"/>
              <p:cNvSpPr/>
              <p:nvPr/>
            </p:nvSpPr>
            <p:spPr>
              <a:xfrm>
                <a:off x="4471" y="58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2" name="Google Shape;2122;p25"/>
              <p:cNvSpPr/>
              <p:nvPr/>
            </p:nvSpPr>
            <p:spPr>
              <a:xfrm>
                <a:off x="4437" y="61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25"/>
              <p:cNvSpPr/>
              <p:nvPr/>
            </p:nvSpPr>
            <p:spPr>
              <a:xfrm>
                <a:off x="4403" y="65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25"/>
              <p:cNvSpPr/>
              <p:nvPr/>
            </p:nvSpPr>
            <p:spPr>
              <a:xfrm>
                <a:off x="4370" y="68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5" name="Google Shape;2125;p25"/>
              <p:cNvSpPr/>
              <p:nvPr/>
            </p:nvSpPr>
            <p:spPr>
              <a:xfrm>
                <a:off x="4337" y="720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6" name="Google Shape;2126;p25"/>
              <p:cNvSpPr/>
              <p:nvPr/>
            </p:nvSpPr>
            <p:spPr>
              <a:xfrm>
                <a:off x="4302" y="7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25"/>
              <p:cNvSpPr/>
              <p:nvPr/>
            </p:nvSpPr>
            <p:spPr>
              <a:xfrm>
                <a:off x="4268" y="78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8" name="Google Shape;2128;p25"/>
              <p:cNvSpPr/>
              <p:nvPr/>
            </p:nvSpPr>
            <p:spPr>
              <a:xfrm>
                <a:off x="4234" y="8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9" name="Google Shape;2129;p25"/>
              <p:cNvSpPr/>
              <p:nvPr/>
            </p:nvSpPr>
            <p:spPr>
              <a:xfrm>
                <a:off x="4200" y="8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p25"/>
              <p:cNvSpPr/>
              <p:nvPr/>
            </p:nvSpPr>
            <p:spPr>
              <a:xfrm>
                <a:off x="4166" y="8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1" name="Google Shape;2131;p25"/>
              <p:cNvSpPr/>
              <p:nvPr/>
            </p:nvSpPr>
            <p:spPr>
              <a:xfrm>
                <a:off x="4133" y="92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p25"/>
              <p:cNvSpPr/>
              <p:nvPr/>
            </p:nvSpPr>
            <p:spPr>
              <a:xfrm>
                <a:off x="4099" y="95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3" name="Google Shape;2133;p25"/>
              <p:cNvSpPr/>
              <p:nvPr/>
            </p:nvSpPr>
            <p:spPr>
              <a:xfrm>
                <a:off x="4065" y="99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4" name="Google Shape;2134;p25"/>
              <p:cNvSpPr/>
              <p:nvPr/>
            </p:nvSpPr>
            <p:spPr>
              <a:xfrm>
                <a:off x="4031" y="102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5" name="Google Shape;2135;p25"/>
              <p:cNvSpPr/>
              <p:nvPr/>
            </p:nvSpPr>
            <p:spPr>
              <a:xfrm>
                <a:off x="3997" y="10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6" name="Google Shape;2136;p25"/>
              <p:cNvSpPr/>
              <p:nvPr/>
            </p:nvSpPr>
            <p:spPr>
              <a:xfrm>
                <a:off x="3963" y="10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7" name="Google Shape;2137;p25"/>
              <p:cNvSpPr/>
              <p:nvPr/>
            </p:nvSpPr>
            <p:spPr>
              <a:xfrm>
                <a:off x="3929" y="112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8" name="Google Shape;2138;p25"/>
              <p:cNvSpPr/>
              <p:nvPr/>
            </p:nvSpPr>
            <p:spPr>
              <a:xfrm>
                <a:off x="3896" y="1159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9" name="Google Shape;2139;p25"/>
              <p:cNvSpPr/>
              <p:nvPr/>
            </p:nvSpPr>
            <p:spPr>
              <a:xfrm>
                <a:off x="4511" y="4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0" name="Google Shape;2140;p25"/>
              <p:cNvSpPr/>
              <p:nvPr/>
            </p:nvSpPr>
            <p:spPr>
              <a:xfrm>
                <a:off x="4477" y="5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p25"/>
              <p:cNvSpPr/>
              <p:nvPr/>
            </p:nvSpPr>
            <p:spPr>
              <a:xfrm>
                <a:off x="4443" y="5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2" name="Google Shape;2142;p25"/>
              <p:cNvSpPr/>
              <p:nvPr/>
            </p:nvSpPr>
            <p:spPr>
              <a:xfrm>
                <a:off x="4409" y="5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p25"/>
              <p:cNvSpPr/>
              <p:nvPr/>
            </p:nvSpPr>
            <p:spPr>
              <a:xfrm>
                <a:off x="4376" y="624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4" name="Google Shape;2144;p25"/>
              <p:cNvSpPr/>
              <p:nvPr/>
            </p:nvSpPr>
            <p:spPr>
              <a:xfrm>
                <a:off x="4342" y="6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5" name="Google Shape;2145;p25"/>
              <p:cNvSpPr/>
              <p:nvPr/>
            </p:nvSpPr>
            <p:spPr>
              <a:xfrm>
                <a:off x="4308" y="6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6" name="Google Shape;2146;p25"/>
              <p:cNvSpPr/>
              <p:nvPr/>
            </p:nvSpPr>
            <p:spPr>
              <a:xfrm>
                <a:off x="4274" y="72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7" name="Google Shape;2147;p25"/>
              <p:cNvSpPr/>
              <p:nvPr/>
            </p:nvSpPr>
            <p:spPr>
              <a:xfrm>
                <a:off x="4240" y="7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8" name="Google Shape;2148;p25"/>
              <p:cNvSpPr/>
              <p:nvPr/>
            </p:nvSpPr>
            <p:spPr>
              <a:xfrm>
                <a:off x="4206" y="79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9" name="Google Shape;2149;p25"/>
              <p:cNvSpPr/>
              <p:nvPr/>
            </p:nvSpPr>
            <p:spPr>
              <a:xfrm>
                <a:off x="4173" y="827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25"/>
              <p:cNvSpPr/>
              <p:nvPr/>
            </p:nvSpPr>
            <p:spPr>
              <a:xfrm>
                <a:off x="4139" y="86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1" name="Google Shape;2151;p25"/>
              <p:cNvSpPr/>
              <p:nvPr/>
            </p:nvSpPr>
            <p:spPr>
              <a:xfrm>
                <a:off x="4105" y="8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" name="Google Shape;2152;p25"/>
              <p:cNvSpPr/>
              <p:nvPr/>
            </p:nvSpPr>
            <p:spPr>
              <a:xfrm>
                <a:off x="4072" y="92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p25"/>
              <p:cNvSpPr/>
              <p:nvPr/>
            </p:nvSpPr>
            <p:spPr>
              <a:xfrm>
                <a:off x="4038" y="96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p25"/>
              <p:cNvSpPr/>
              <p:nvPr/>
            </p:nvSpPr>
            <p:spPr>
              <a:xfrm>
                <a:off x="4003" y="9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5" name="Google Shape;2155;p25"/>
              <p:cNvSpPr/>
              <p:nvPr/>
            </p:nvSpPr>
            <p:spPr>
              <a:xfrm>
                <a:off x="3970" y="103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6" name="Google Shape;2156;p25"/>
              <p:cNvSpPr/>
              <p:nvPr/>
            </p:nvSpPr>
            <p:spPr>
              <a:xfrm>
                <a:off x="3936" y="106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7" name="Google Shape;2157;p25"/>
              <p:cNvSpPr/>
              <p:nvPr/>
            </p:nvSpPr>
            <p:spPr>
              <a:xfrm>
                <a:off x="3902" y="10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p25"/>
              <p:cNvSpPr/>
              <p:nvPr/>
            </p:nvSpPr>
            <p:spPr>
              <a:xfrm>
                <a:off x="3868" y="11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9" name="Google Shape;2159;p25"/>
              <p:cNvSpPr/>
              <p:nvPr/>
            </p:nvSpPr>
            <p:spPr>
              <a:xfrm>
                <a:off x="4483" y="46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0" name="Google Shape;2160;p25"/>
              <p:cNvSpPr/>
              <p:nvPr/>
            </p:nvSpPr>
            <p:spPr>
              <a:xfrm>
                <a:off x="4450" y="495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p25"/>
              <p:cNvSpPr/>
              <p:nvPr/>
            </p:nvSpPr>
            <p:spPr>
              <a:xfrm>
                <a:off x="4416" y="52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p25"/>
              <p:cNvSpPr/>
              <p:nvPr/>
            </p:nvSpPr>
            <p:spPr>
              <a:xfrm>
                <a:off x="4382" y="5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p25"/>
              <p:cNvSpPr/>
              <p:nvPr/>
            </p:nvSpPr>
            <p:spPr>
              <a:xfrm>
                <a:off x="4348" y="5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p25"/>
              <p:cNvSpPr/>
              <p:nvPr/>
            </p:nvSpPr>
            <p:spPr>
              <a:xfrm>
                <a:off x="4314" y="6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p25"/>
              <p:cNvSpPr/>
              <p:nvPr/>
            </p:nvSpPr>
            <p:spPr>
              <a:xfrm>
                <a:off x="4280" y="6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p25"/>
              <p:cNvSpPr/>
              <p:nvPr/>
            </p:nvSpPr>
            <p:spPr>
              <a:xfrm>
                <a:off x="4246" y="698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7" name="Google Shape;2167;p25"/>
              <p:cNvSpPr/>
              <p:nvPr/>
            </p:nvSpPr>
            <p:spPr>
              <a:xfrm>
                <a:off x="4214" y="73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8" name="Google Shape;2168;p25"/>
              <p:cNvSpPr/>
              <p:nvPr/>
            </p:nvSpPr>
            <p:spPr>
              <a:xfrm>
                <a:off x="4179" y="7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9" name="Google Shape;2169;p25"/>
              <p:cNvSpPr/>
              <p:nvPr/>
            </p:nvSpPr>
            <p:spPr>
              <a:xfrm>
                <a:off x="4145" y="79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0" name="Google Shape;2170;p25"/>
              <p:cNvSpPr/>
              <p:nvPr/>
            </p:nvSpPr>
            <p:spPr>
              <a:xfrm>
                <a:off x="4111" y="83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1" name="Google Shape;2171;p25"/>
              <p:cNvSpPr/>
              <p:nvPr/>
            </p:nvSpPr>
            <p:spPr>
              <a:xfrm>
                <a:off x="4077" y="8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2" name="Google Shape;2172;p25"/>
              <p:cNvSpPr/>
              <p:nvPr/>
            </p:nvSpPr>
            <p:spPr>
              <a:xfrm>
                <a:off x="4043" y="90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3" name="Google Shape;2173;p25"/>
              <p:cNvSpPr/>
              <p:nvPr/>
            </p:nvSpPr>
            <p:spPr>
              <a:xfrm>
                <a:off x="4011" y="93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4" name="Google Shape;2174;p25"/>
              <p:cNvSpPr/>
              <p:nvPr/>
            </p:nvSpPr>
            <p:spPr>
              <a:xfrm>
                <a:off x="3976" y="9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3942" y="100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3908" y="10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3874" y="10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3840" y="110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4457" y="43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4423" y="46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4388" y="5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4354" y="53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4320" y="5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p25"/>
              <p:cNvSpPr/>
              <p:nvPr/>
            </p:nvSpPr>
            <p:spPr>
              <a:xfrm>
                <a:off x="4287" y="60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5" name="Google Shape;2185;p25"/>
              <p:cNvSpPr/>
              <p:nvPr/>
            </p:nvSpPr>
            <p:spPr>
              <a:xfrm>
                <a:off x="4253" y="6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4219" y="6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4185" y="70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4151" y="738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4117" y="77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4084" y="80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4050" y="839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4016" y="8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982" y="9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948" y="94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5" name="Google Shape;2195;p25"/>
              <p:cNvSpPr/>
              <p:nvPr/>
            </p:nvSpPr>
            <p:spPr>
              <a:xfrm>
                <a:off x="3915" y="976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6" name="Google Shape;2196;p25"/>
              <p:cNvSpPr/>
              <p:nvPr/>
            </p:nvSpPr>
            <p:spPr>
              <a:xfrm>
                <a:off x="3882" y="100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p25"/>
              <p:cNvSpPr/>
              <p:nvPr/>
            </p:nvSpPr>
            <p:spPr>
              <a:xfrm>
                <a:off x="3847" y="104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8" name="Google Shape;2198;p25"/>
              <p:cNvSpPr/>
              <p:nvPr/>
            </p:nvSpPr>
            <p:spPr>
              <a:xfrm>
                <a:off x="3813" y="107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9" name="Google Shape;2199;p25"/>
              <p:cNvSpPr/>
              <p:nvPr/>
            </p:nvSpPr>
            <p:spPr>
              <a:xfrm>
                <a:off x="4429" y="40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0" name="Google Shape;2200;p25"/>
              <p:cNvSpPr/>
              <p:nvPr/>
            </p:nvSpPr>
            <p:spPr>
              <a:xfrm>
                <a:off x="4394" y="4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1" name="Google Shape;2201;p25"/>
              <p:cNvSpPr/>
              <p:nvPr/>
            </p:nvSpPr>
            <p:spPr>
              <a:xfrm>
                <a:off x="4360" y="4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2" name="Google Shape;2202;p25"/>
              <p:cNvSpPr/>
              <p:nvPr/>
            </p:nvSpPr>
            <p:spPr>
              <a:xfrm>
                <a:off x="4327" y="507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3" name="Google Shape;2203;p25"/>
              <p:cNvSpPr/>
              <p:nvPr/>
            </p:nvSpPr>
            <p:spPr>
              <a:xfrm>
                <a:off x="4293" y="5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4" name="Google Shape;2204;p25"/>
              <p:cNvSpPr/>
              <p:nvPr/>
            </p:nvSpPr>
            <p:spPr>
              <a:xfrm>
                <a:off x="4259" y="57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5" name="Google Shape;2205;p25"/>
              <p:cNvSpPr/>
              <p:nvPr/>
            </p:nvSpPr>
            <p:spPr>
              <a:xfrm>
                <a:off x="4225" y="60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6" name="Google Shape;2206;p25"/>
              <p:cNvSpPr/>
              <p:nvPr/>
            </p:nvSpPr>
            <p:spPr>
              <a:xfrm>
                <a:off x="4191" y="64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7" name="Google Shape;2207;p25"/>
              <p:cNvSpPr/>
              <p:nvPr/>
            </p:nvSpPr>
            <p:spPr>
              <a:xfrm>
                <a:off x="4157" y="67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8" name="Google Shape;2208;p25"/>
              <p:cNvSpPr/>
              <p:nvPr/>
            </p:nvSpPr>
            <p:spPr>
              <a:xfrm>
                <a:off x="4124" y="71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9" name="Google Shape;2209;p25"/>
              <p:cNvSpPr/>
              <p:nvPr/>
            </p:nvSpPr>
            <p:spPr>
              <a:xfrm>
                <a:off x="4090" y="74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0" name="Google Shape;2210;p25"/>
              <p:cNvSpPr/>
              <p:nvPr/>
            </p:nvSpPr>
            <p:spPr>
              <a:xfrm>
                <a:off x="4056" y="77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1" name="Google Shape;2211;p25"/>
              <p:cNvSpPr/>
              <p:nvPr/>
            </p:nvSpPr>
            <p:spPr>
              <a:xfrm>
                <a:off x="4022" y="81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2" name="Google Shape;2212;p25"/>
              <p:cNvSpPr/>
              <p:nvPr/>
            </p:nvSpPr>
            <p:spPr>
              <a:xfrm>
                <a:off x="3988" y="8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3" name="Google Shape;2213;p25"/>
              <p:cNvSpPr/>
              <p:nvPr/>
            </p:nvSpPr>
            <p:spPr>
              <a:xfrm>
                <a:off x="3954" y="8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4" name="Google Shape;2214;p25"/>
              <p:cNvSpPr/>
              <p:nvPr/>
            </p:nvSpPr>
            <p:spPr>
              <a:xfrm>
                <a:off x="3921" y="91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5" name="Google Shape;2215;p25"/>
              <p:cNvSpPr/>
              <p:nvPr/>
            </p:nvSpPr>
            <p:spPr>
              <a:xfrm>
                <a:off x="3888" y="94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6" name="Google Shape;2216;p25"/>
              <p:cNvSpPr/>
              <p:nvPr/>
            </p:nvSpPr>
            <p:spPr>
              <a:xfrm>
                <a:off x="3854" y="982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7" name="Google Shape;2217;p25"/>
              <p:cNvSpPr/>
              <p:nvPr/>
            </p:nvSpPr>
            <p:spPr>
              <a:xfrm>
                <a:off x="3819" y="101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8" name="Google Shape;2218;p25"/>
              <p:cNvSpPr/>
              <p:nvPr/>
            </p:nvSpPr>
            <p:spPr>
              <a:xfrm>
                <a:off x="3785" y="104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9" name="Google Shape;2219;p25"/>
              <p:cNvSpPr/>
              <p:nvPr/>
            </p:nvSpPr>
            <p:spPr>
              <a:xfrm>
                <a:off x="4401" y="37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0" name="Google Shape;2220;p25"/>
              <p:cNvSpPr/>
              <p:nvPr/>
            </p:nvSpPr>
            <p:spPr>
              <a:xfrm>
                <a:off x="4367" y="41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1" name="Google Shape;2221;p25"/>
              <p:cNvSpPr/>
              <p:nvPr/>
            </p:nvSpPr>
            <p:spPr>
              <a:xfrm>
                <a:off x="4334" y="447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2" name="Google Shape;2222;p25"/>
              <p:cNvSpPr/>
              <p:nvPr/>
            </p:nvSpPr>
            <p:spPr>
              <a:xfrm>
                <a:off x="4300" y="48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p25"/>
              <p:cNvSpPr/>
              <p:nvPr/>
            </p:nvSpPr>
            <p:spPr>
              <a:xfrm>
                <a:off x="4265" y="51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4" name="Google Shape;2224;p25"/>
              <p:cNvSpPr/>
              <p:nvPr/>
            </p:nvSpPr>
            <p:spPr>
              <a:xfrm>
                <a:off x="4231" y="54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5" name="Google Shape;2225;p25"/>
              <p:cNvSpPr/>
              <p:nvPr/>
            </p:nvSpPr>
            <p:spPr>
              <a:xfrm>
                <a:off x="4198" y="581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p25"/>
              <p:cNvSpPr/>
              <p:nvPr/>
            </p:nvSpPr>
            <p:spPr>
              <a:xfrm>
                <a:off x="4164" y="61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7" name="Google Shape;2227;p25"/>
              <p:cNvSpPr/>
              <p:nvPr/>
            </p:nvSpPr>
            <p:spPr>
              <a:xfrm>
                <a:off x="4130" y="64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8" name="Google Shape;2228;p25"/>
              <p:cNvSpPr/>
              <p:nvPr/>
            </p:nvSpPr>
            <p:spPr>
              <a:xfrm>
                <a:off x="4097" y="68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9" name="Google Shape;2229;p25"/>
              <p:cNvSpPr/>
              <p:nvPr/>
            </p:nvSpPr>
            <p:spPr>
              <a:xfrm>
                <a:off x="4062" y="7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0" name="Google Shape;2230;p25"/>
              <p:cNvSpPr/>
              <p:nvPr/>
            </p:nvSpPr>
            <p:spPr>
              <a:xfrm>
                <a:off x="4028" y="7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p25"/>
              <p:cNvSpPr/>
              <p:nvPr/>
            </p:nvSpPr>
            <p:spPr>
              <a:xfrm>
                <a:off x="3994" y="7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p25"/>
              <p:cNvSpPr/>
              <p:nvPr/>
            </p:nvSpPr>
            <p:spPr>
              <a:xfrm>
                <a:off x="3961" y="81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p25"/>
              <p:cNvSpPr/>
              <p:nvPr/>
            </p:nvSpPr>
            <p:spPr>
              <a:xfrm>
                <a:off x="3927" y="85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4" name="Google Shape;2234;p25"/>
              <p:cNvSpPr/>
              <p:nvPr/>
            </p:nvSpPr>
            <p:spPr>
              <a:xfrm>
                <a:off x="3893" y="88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5" name="Google Shape;2235;p25"/>
              <p:cNvSpPr/>
              <p:nvPr/>
            </p:nvSpPr>
            <p:spPr>
              <a:xfrm>
                <a:off x="3859" y="9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p25"/>
              <p:cNvSpPr/>
              <p:nvPr/>
            </p:nvSpPr>
            <p:spPr>
              <a:xfrm>
                <a:off x="3825" y="9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7" name="Google Shape;2237;p25"/>
              <p:cNvSpPr/>
              <p:nvPr/>
            </p:nvSpPr>
            <p:spPr>
              <a:xfrm>
                <a:off x="3791" y="98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8" name="Google Shape;2238;p25"/>
              <p:cNvSpPr/>
              <p:nvPr/>
            </p:nvSpPr>
            <p:spPr>
              <a:xfrm>
                <a:off x="3759" y="102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p25"/>
              <p:cNvSpPr/>
              <p:nvPr/>
            </p:nvSpPr>
            <p:spPr>
              <a:xfrm>
                <a:off x="4373" y="3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25"/>
              <p:cNvSpPr/>
              <p:nvPr/>
            </p:nvSpPr>
            <p:spPr>
              <a:xfrm>
                <a:off x="4339" y="3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1" name="Google Shape;2241;p25"/>
              <p:cNvSpPr/>
              <p:nvPr/>
            </p:nvSpPr>
            <p:spPr>
              <a:xfrm>
                <a:off x="4306" y="41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2" name="Google Shape;2242;p25"/>
              <p:cNvSpPr/>
              <p:nvPr/>
            </p:nvSpPr>
            <p:spPr>
              <a:xfrm>
                <a:off x="4272" y="45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3" name="Google Shape;2243;p25"/>
              <p:cNvSpPr/>
              <p:nvPr/>
            </p:nvSpPr>
            <p:spPr>
              <a:xfrm>
                <a:off x="4238" y="486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4" name="Google Shape;2244;p25"/>
              <p:cNvSpPr/>
              <p:nvPr/>
            </p:nvSpPr>
            <p:spPr>
              <a:xfrm>
                <a:off x="4204" y="5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5" name="Google Shape;2245;p25"/>
              <p:cNvSpPr/>
              <p:nvPr/>
            </p:nvSpPr>
            <p:spPr>
              <a:xfrm>
                <a:off x="4170" y="5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6" name="Google Shape;2246;p25"/>
              <p:cNvSpPr/>
              <p:nvPr/>
            </p:nvSpPr>
            <p:spPr>
              <a:xfrm>
                <a:off x="4136" y="58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7" name="Google Shape;2247;p25"/>
              <p:cNvSpPr/>
              <p:nvPr/>
            </p:nvSpPr>
            <p:spPr>
              <a:xfrm>
                <a:off x="4102" y="62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8" name="Google Shape;2248;p25"/>
              <p:cNvSpPr/>
              <p:nvPr/>
            </p:nvSpPr>
            <p:spPr>
              <a:xfrm>
                <a:off x="4068" y="65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p25"/>
              <p:cNvSpPr/>
              <p:nvPr/>
            </p:nvSpPr>
            <p:spPr>
              <a:xfrm>
                <a:off x="4035" y="689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0" name="Google Shape;2250;p25"/>
              <p:cNvSpPr/>
              <p:nvPr/>
            </p:nvSpPr>
            <p:spPr>
              <a:xfrm>
                <a:off x="4001" y="7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p25"/>
              <p:cNvSpPr/>
              <p:nvPr/>
            </p:nvSpPr>
            <p:spPr>
              <a:xfrm>
                <a:off x="3967" y="7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2" name="Google Shape;2252;p25"/>
              <p:cNvSpPr/>
              <p:nvPr/>
            </p:nvSpPr>
            <p:spPr>
              <a:xfrm>
                <a:off x="3933" y="7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3" name="Google Shape;2253;p25"/>
              <p:cNvSpPr/>
              <p:nvPr/>
            </p:nvSpPr>
            <p:spPr>
              <a:xfrm>
                <a:off x="3899" y="8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25"/>
              <p:cNvSpPr/>
              <p:nvPr/>
            </p:nvSpPr>
            <p:spPr>
              <a:xfrm>
                <a:off x="3865" y="8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5" name="Google Shape;2255;p25"/>
              <p:cNvSpPr/>
              <p:nvPr/>
            </p:nvSpPr>
            <p:spPr>
              <a:xfrm>
                <a:off x="3832" y="892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6" name="Google Shape;2256;p25"/>
              <p:cNvSpPr/>
              <p:nvPr/>
            </p:nvSpPr>
            <p:spPr>
              <a:xfrm>
                <a:off x="3798" y="92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7" name="Google Shape;2257;p25"/>
              <p:cNvSpPr/>
              <p:nvPr/>
            </p:nvSpPr>
            <p:spPr>
              <a:xfrm>
                <a:off x="3764" y="9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8" name="Google Shape;2258;p25"/>
              <p:cNvSpPr/>
              <p:nvPr/>
            </p:nvSpPr>
            <p:spPr>
              <a:xfrm>
                <a:off x="3731" y="99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9" name="Google Shape;2259;p25"/>
              <p:cNvSpPr/>
              <p:nvPr/>
            </p:nvSpPr>
            <p:spPr>
              <a:xfrm>
                <a:off x="4345" y="32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0" name="Google Shape;2260;p25"/>
              <p:cNvSpPr/>
              <p:nvPr/>
            </p:nvSpPr>
            <p:spPr>
              <a:xfrm>
                <a:off x="4311" y="3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1" name="Google Shape;2261;p25"/>
              <p:cNvSpPr/>
              <p:nvPr/>
            </p:nvSpPr>
            <p:spPr>
              <a:xfrm>
                <a:off x="4278" y="39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2" name="Google Shape;2262;p25"/>
              <p:cNvSpPr/>
              <p:nvPr/>
            </p:nvSpPr>
            <p:spPr>
              <a:xfrm>
                <a:off x="4244" y="4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3" name="Google Shape;2263;p25"/>
              <p:cNvSpPr/>
              <p:nvPr/>
            </p:nvSpPr>
            <p:spPr>
              <a:xfrm>
                <a:off x="4210" y="4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4" name="Google Shape;2264;p25"/>
              <p:cNvSpPr/>
              <p:nvPr/>
            </p:nvSpPr>
            <p:spPr>
              <a:xfrm>
                <a:off x="4177" y="49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5" name="Google Shape;2265;p25"/>
              <p:cNvSpPr/>
              <p:nvPr/>
            </p:nvSpPr>
            <p:spPr>
              <a:xfrm>
                <a:off x="4142" y="52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6" name="Google Shape;2266;p25"/>
              <p:cNvSpPr/>
              <p:nvPr/>
            </p:nvSpPr>
            <p:spPr>
              <a:xfrm>
                <a:off x="4108" y="56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7" name="Google Shape;2267;p25"/>
              <p:cNvSpPr/>
              <p:nvPr/>
            </p:nvSpPr>
            <p:spPr>
              <a:xfrm>
                <a:off x="4075" y="59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8" name="Google Shape;2268;p25"/>
              <p:cNvSpPr/>
              <p:nvPr/>
            </p:nvSpPr>
            <p:spPr>
              <a:xfrm>
                <a:off x="4041" y="62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9" name="Google Shape;2269;p25"/>
              <p:cNvSpPr/>
              <p:nvPr/>
            </p:nvSpPr>
            <p:spPr>
              <a:xfrm>
                <a:off x="4007" y="6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0" name="Google Shape;2270;p25"/>
              <p:cNvSpPr/>
              <p:nvPr/>
            </p:nvSpPr>
            <p:spPr>
              <a:xfrm>
                <a:off x="3974" y="69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1" name="Google Shape;2271;p25"/>
              <p:cNvSpPr/>
              <p:nvPr/>
            </p:nvSpPr>
            <p:spPr>
              <a:xfrm>
                <a:off x="3940" y="73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2" name="Google Shape;2272;p25"/>
              <p:cNvSpPr/>
              <p:nvPr/>
            </p:nvSpPr>
            <p:spPr>
              <a:xfrm>
                <a:off x="3905" y="76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3" name="Google Shape;2273;p25"/>
              <p:cNvSpPr/>
              <p:nvPr/>
            </p:nvSpPr>
            <p:spPr>
              <a:xfrm>
                <a:off x="3872" y="79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4" name="Google Shape;2274;p25"/>
              <p:cNvSpPr/>
              <p:nvPr/>
            </p:nvSpPr>
            <p:spPr>
              <a:xfrm>
                <a:off x="3838" y="8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5" name="Google Shape;2275;p25"/>
              <p:cNvSpPr/>
              <p:nvPr/>
            </p:nvSpPr>
            <p:spPr>
              <a:xfrm>
                <a:off x="3804" y="8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6" name="Google Shape;2276;p25"/>
              <p:cNvSpPr/>
              <p:nvPr/>
            </p:nvSpPr>
            <p:spPr>
              <a:xfrm>
                <a:off x="3770" y="8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25"/>
              <p:cNvSpPr/>
              <p:nvPr/>
            </p:nvSpPr>
            <p:spPr>
              <a:xfrm>
                <a:off x="3736" y="9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25"/>
              <p:cNvSpPr/>
              <p:nvPr/>
            </p:nvSpPr>
            <p:spPr>
              <a:xfrm>
                <a:off x="3702" y="96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9" name="Google Shape;2279;p25"/>
              <p:cNvSpPr/>
              <p:nvPr/>
            </p:nvSpPr>
            <p:spPr>
              <a:xfrm>
                <a:off x="4318" y="2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25"/>
              <p:cNvSpPr/>
              <p:nvPr/>
            </p:nvSpPr>
            <p:spPr>
              <a:xfrm>
                <a:off x="4284" y="3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25"/>
              <p:cNvSpPr/>
              <p:nvPr/>
            </p:nvSpPr>
            <p:spPr>
              <a:xfrm>
                <a:off x="4250" y="3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2" name="Google Shape;2282;p25"/>
              <p:cNvSpPr/>
              <p:nvPr/>
            </p:nvSpPr>
            <p:spPr>
              <a:xfrm>
                <a:off x="4216" y="39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3" name="Google Shape;2283;p25"/>
              <p:cNvSpPr/>
              <p:nvPr/>
            </p:nvSpPr>
            <p:spPr>
              <a:xfrm>
                <a:off x="4182" y="4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p25"/>
              <p:cNvSpPr/>
              <p:nvPr/>
            </p:nvSpPr>
            <p:spPr>
              <a:xfrm>
                <a:off x="4150" y="46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25"/>
              <p:cNvSpPr/>
              <p:nvPr/>
            </p:nvSpPr>
            <p:spPr>
              <a:xfrm>
                <a:off x="4116" y="49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25"/>
              <p:cNvSpPr/>
              <p:nvPr/>
            </p:nvSpPr>
            <p:spPr>
              <a:xfrm>
                <a:off x="4081" y="5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25"/>
              <p:cNvSpPr/>
              <p:nvPr/>
            </p:nvSpPr>
            <p:spPr>
              <a:xfrm>
                <a:off x="4047" y="56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88" name="Google Shape;2288;p25"/>
            <p:cNvSpPr/>
            <p:nvPr/>
          </p:nvSpPr>
          <p:spPr>
            <a:xfrm>
              <a:off x="5749665" y="95250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25"/>
            <p:cNvSpPr/>
            <p:nvPr/>
          </p:nvSpPr>
          <p:spPr>
            <a:xfrm>
              <a:off x="5695690" y="10048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25"/>
            <p:cNvSpPr/>
            <p:nvPr/>
          </p:nvSpPr>
          <p:spPr>
            <a:xfrm>
              <a:off x="5643303" y="1058863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25"/>
            <p:cNvSpPr/>
            <p:nvPr/>
          </p:nvSpPr>
          <p:spPr>
            <a:xfrm>
              <a:off x="5589328" y="11128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25"/>
            <p:cNvSpPr/>
            <p:nvPr/>
          </p:nvSpPr>
          <p:spPr>
            <a:xfrm>
              <a:off x="5535353" y="11668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25"/>
            <p:cNvSpPr/>
            <p:nvPr/>
          </p:nvSpPr>
          <p:spPr>
            <a:xfrm>
              <a:off x="5481378" y="12207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25"/>
            <p:cNvSpPr/>
            <p:nvPr/>
          </p:nvSpPr>
          <p:spPr>
            <a:xfrm>
              <a:off x="5427403" y="127476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25"/>
            <p:cNvSpPr/>
            <p:nvPr/>
          </p:nvSpPr>
          <p:spPr>
            <a:xfrm>
              <a:off x="5373428" y="13271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25"/>
            <p:cNvSpPr/>
            <p:nvPr/>
          </p:nvSpPr>
          <p:spPr>
            <a:xfrm>
              <a:off x="5319453" y="13811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25"/>
            <p:cNvSpPr/>
            <p:nvPr/>
          </p:nvSpPr>
          <p:spPr>
            <a:xfrm>
              <a:off x="5267065" y="14351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25"/>
            <p:cNvSpPr/>
            <p:nvPr/>
          </p:nvSpPr>
          <p:spPr>
            <a:xfrm>
              <a:off x="5213090" y="14890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5938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26"/>
          <p:cNvSpPr txBox="1">
            <a:spLocks noGrp="1"/>
          </p:cNvSpPr>
          <p:nvPr>
            <p:ph type="title"/>
          </p:nvPr>
        </p:nvSpPr>
        <p:spPr>
          <a:xfrm>
            <a:off x="723901" y="5125536"/>
            <a:ext cx="7696199" cy="995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01" name="Google Shape;2301;p26"/>
          <p:cNvSpPr/>
          <p:nvPr/>
        </p:nvSpPr>
        <p:spPr>
          <a:xfrm rot="10800000">
            <a:off x="-605116" y="5552164"/>
            <a:ext cx="2187206" cy="343404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2" name="Google Shape;2302;p26"/>
          <p:cNvGrpSpPr/>
          <p:nvPr/>
        </p:nvGrpSpPr>
        <p:grpSpPr>
          <a:xfrm>
            <a:off x="7651434" y="-189837"/>
            <a:ext cx="1658248" cy="1710023"/>
            <a:chOff x="5136226" y="2246221"/>
            <a:chExt cx="1254126" cy="969962"/>
          </a:xfrm>
        </p:grpSpPr>
        <p:sp>
          <p:nvSpPr>
            <p:cNvPr id="2303" name="Google Shape;2303;p26"/>
            <p:cNvSpPr/>
            <p:nvPr/>
          </p:nvSpPr>
          <p:spPr>
            <a:xfrm>
              <a:off x="5448964" y="2246221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5136226" y="2558958"/>
              <a:ext cx="941388" cy="657225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5521989" y="2570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7" name="Google Shape;2307;p26"/>
          <p:cNvGrpSpPr/>
          <p:nvPr/>
        </p:nvGrpSpPr>
        <p:grpSpPr>
          <a:xfrm>
            <a:off x="-1344947" y="3804737"/>
            <a:ext cx="2090651" cy="2790332"/>
            <a:chOff x="5213090" y="468313"/>
            <a:chExt cx="1581151" cy="1582738"/>
          </a:xfrm>
        </p:grpSpPr>
        <p:sp>
          <p:nvSpPr>
            <p:cNvPr id="2308" name="Google Shape;2308;p26"/>
            <p:cNvSpPr/>
            <p:nvPr/>
          </p:nvSpPr>
          <p:spPr>
            <a:xfrm>
              <a:off x="6760903" y="9953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26"/>
            <p:cNvSpPr/>
            <p:nvPr/>
          </p:nvSpPr>
          <p:spPr>
            <a:xfrm>
              <a:off x="6705340" y="1047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26"/>
            <p:cNvSpPr/>
            <p:nvPr/>
          </p:nvSpPr>
          <p:spPr>
            <a:xfrm>
              <a:off x="6651365" y="1101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26"/>
            <p:cNvSpPr/>
            <p:nvPr/>
          </p:nvSpPr>
          <p:spPr>
            <a:xfrm>
              <a:off x="6597390" y="1155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26"/>
            <p:cNvSpPr/>
            <p:nvPr/>
          </p:nvSpPr>
          <p:spPr>
            <a:xfrm>
              <a:off x="6545003" y="1209675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26"/>
            <p:cNvSpPr/>
            <p:nvPr/>
          </p:nvSpPr>
          <p:spPr>
            <a:xfrm>
              <a:off x="6491028" y="126365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26"/>
            <p:cNvSpPr/>
            <p:nvPr/>
          </p:nvSpPr>
          <p:spPr>
            <a:xfrm>
              <a:off x="6437053" y="13160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26"/>
            <p:cNvSpPr/>
            <p:nvPr/>
          </p:nvSpPr>
          <p:spPr>
            <a:xfrm>
              <a:off x="6383078" y="13700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26"/>
            <p:cNvSpPr/>
            <p:nvPr/>
          </p:nvSpPr>
          <p:spPr>
            <a:xfrm>
              <a:off x="6329103" y="14239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26"/>
            <p:cNvSpPr/>
            <p:nvPr/>
          </p:nvSpPr>
          <p:spPr>
            <a:xfrm>
              <a:off x="6275128" y="14779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26"/>
            <p:cNvSpPr/>
            <p:nvPr/>
          </p:nvSpPr>
          <p:spPr>
            <a:xfrm>
              <a:off x="6222740" y="15319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26"/>
            <p:cNvSpPr/>
            <p:nvPr/>
          </p:nvSpPr>
          <p:spPr>
            <a:xfrm>
              <a:off x="6168765" y="158591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26"/>
            <p:cNvSpPr/>
            <p:nvPr/>
          </p:nvSpPr>
          <p:spPr>
            <a:xfrm>
              <a:off x="6114790" y="16383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26"/>
            <p:cNvSpPr/>
            <p:nvPr/>
          </p:nvSpPr>
          <p:spPr>
            <a:xfrm>
              <a:off x="6060815" y="16922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26"/>
            <p:cNvSpPr/>
            <p:nvPr/>
          </p:nvSpPr>
          <p:spPr>
            <a:xfrm>
              <a:off x="6006840" y="17462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26"/>
            <p:cNvSpPr/>
            <p:nvPr/>
          </p:nvSpPr>
          <p:spPr>
            <a:xfrm>
              <a:off x="5952865" y="1800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26"/>
            <p:cNvSpPr/>
            <p:nvPr/>
          </p:nvSpPr>
          <p:spPr>
            <a:xfrm>
              <a:off x="5902065" y="1855788"/>
              <a:ext cx="31750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26"/>
            <p:cNvSpPr/>
            <p:nvPr/>
          </p:nvSpPr>
          <p:spPr>
            <a:xfrm>
              <a:off x="5848090" y="19097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26"/>
            <p:cNvSpPr/>
            <p:nvPr/>
          </p:nvSpPr>
          <p:spPr>
            <a:xfrm>
              <a:off x="5792528" y="19605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26"/>
            <p:cNvSpPr/>
            <p:nvPr/>
          </p:nvSpPr>
          <p:spPr>
            <a:xfrm>
              <a:off x="5738553" y="20145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26"/>
            <p:cNvSpPr/>
            <p:nvPr/>
          </p:nvSpPr>
          <p:spPr>
            <a:xfrm>
              <a:off x="6714865" y="9509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26"/>
            <p:cNvSpPr/>
            <p:nvPr/>
          </p:nvSpPr>
          <p:spPr>
            <a:xfrm>
              <a:off x="6662478" y="1004888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26"/>
            <p:cNvSpPr/>
            <p:nvPr/>
          </p:nvSpPr>
          <p:spPr>
            <a:xfrm>
              <a:off x="6610090" y="10588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26"/>
            <p:cNvSpPr/>
            <p:nvPr/>
          </p:nvSpPr>
          <p:spPr>
            <a:xfrm>
              <a:off x="6556115" y="1112838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26"/>
            <p:cNvSpPr/>
            <p:nvPr/>
          </p:nvSpPr>
          <p:spPr>
            <a:xfrm>
              <a:off x="6500553" y="1165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26"/>
            <p:cNvSpPr/>
            <p:nvPr/>
          </p:nvSpPr>
          <p:spPr>
            <a:xfrm>
              <a:off x="6446578" y="12192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26"/>
            <p:cNvSpPr/>
            <p:nvPr/>
          </p:nvSpPr>
          <p:spPr>
            <a:xfrm>
              <a:off x="6392603" y="12731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26"/>
            <p:cNvSpPr/>
            <p:nvPr/>
          </p:nvSpPr>
          <p:spPr>
            <a:xfrm>
              <a:off x="6340215" y="132715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26"/>
            <p:cNvSpPr/>
            <p:nvPr/>
          </p:nvSpPr>
          <p:spPr>
            <a:xfrm>
              <a:off x="6286240" y="13795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26"/>
            <p:cNvSpPr/>
            <p:nvPr/>
          </p:nvSpPr>
          <p:spPr>
            <a:xfrm>
              <a:off x="6233853" y="14351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26"/>
            <p:cNvSpPr/>
            <p:nvPr/>
          </p:nvSpPr>
          <p:spPr>
            <a:xfrm>
              <a:off x="6178290" y="14874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6"/>
            <p:cNvSpPr/>
            <p:nvPr/>
          </p:nvSpPr>
          <p:spPr>
            <a:xfrm>
              <a:off x="6124315" y="15414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26"/>
            <p:cNvSpPr/>
            <p:nvPr/>
          </p:nvSpPr>
          <p:spPr>
            <a:xfrm>
              <a:off x="6070340" y="15954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26"/>
            <p:cNvSpPr/>
            <p:nvPr/>
          </p:nvSpPr>
          <p:spPr>
            <a:xfrm>
              <a:off x="6016365" y="164941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26"/>
            <p:cNvSpPr/>
            <p:nvPr/>
          </p:nvSpPr>
          <p:spPr>
            <a:xfrm>
              <a:off x="5963978" y="17018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26"/>
            <p:cNvSpPr/>
            <p:nvPr/>
          </p:nvSpPr>
          <p:spPr>
            <a:xfrm>
              <a:off x="5910003" y="1755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26"/>
            <p:cNvSpPr/>
            <p:nvPr/>
          </p:nvSpPr>
          <p:spPr>
            <a:xfrm>
              <a:off x="5856028" y="1809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26"/>
            <p:cNvSpPr/>
            <p:nvPr/>
          </p:nvSpPr>
          <p:spPr>
            <a:xfrm>
              <a:off x="5802053" y="1863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26"/>
            <p:cNvSpPr/>
            <p:nvPr/>
          </p:nvSpPr>
          <p:spPr>
            <a:xfrm>
              <a:off x="5748078" y="1917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26"/>
            <p:cNvSpPr/>
            <p:nvPr/>
          </p:nvSpPr>
          <p:spPr>
            <a:xfrm>
              <a:off x="5695690" y="19732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26"/>
            <p:cNvSpPr/>
            <p:nvPr/>
          </p:nvSpPr>
          <p:spPr>
            <a:xfrm>
              <a:off x="6672003" y="9064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26"/>
            <p:cNvSpPr/>
            <p:nvPr/>
          </p:nvSpPr>
          <p:spPr>
            <a:xfrm>
              <a:off x="6618028" y="9604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26"/>
            <p:cNvSpPr/>
            <p:nvPr/>
          </p:nvSpPr>
          <p:spPr>
            <a:xfrm>
              <a:off x="6565640" y="10160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26"/>
            <p:cNvSpPr/>
            <p:nvPr/>
          </p:nvSpPr>
          <p:spPr>
            <a:xfrm>
              <a:off x="6511665" y="1069975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26"/>
            <p:cNvSpPr/>
            <p:nvPr/>
          </p:nvSpPr>
          <p:spPr>
            <a:xfrm>
              <a:off x="6456103" y="1120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26"/>
            <p:cNvSpPr/>
            <p:nvPr/>
          </p:nvSpPr>
          <p:spPr>
            <a:xfrm>
              <a:off x="6403715" y="117475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26"/>
            <p:cNvSpPr/>
            <p:nvPr/>
          </p:nvSpPr>
          <p:spPr>
            <a:xfrm>
              <a:off x="6349740" y="1228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26"/>
            <p:cNvSpPr/>
            <p:nvPr/>
          </p:nvSpPr>
          <p:spPr>
            <a:xfrm>
              <a:off x="6295765" y="1282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26"/>
            <p:cNvSpPr/>
            <p:nvPr/>
          </p:nvSpPr>
          <p:spPr>
            <a:xfrm>
              <a:off x="6241790" y="1336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57" name="Google Shape;2357;p26"/>
            <p:cNvGrpSpPr/>
            <p:nvPr/>
          </p:nvGrpSpPr>
          <p:grpSpPr>
            <a:xfrm>
              <a:off x="5255952" y="468313"/>
              <a:ext cx="1408113" cy="1493838"/>
              <a:chOff x="3702" y="295"/>
              <a:chExt cx="887" cy="941"/>
            </a:xfrm>
          </p:grpSpPr>
          <p:sp>
            <p:nvSpPr>
              <p:cNvPr id="2358" name="Google Shape;2358;p26"/>
              <p:cNvSpPr/>
              <p:nvPr/>
            </p:nvSpPr>
            <p:spPr>
              <a:xfrm>
                <a:off x="4289" y="87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9" name="Google Shape;2359;p26"/>
              <p:cNvSpPr/>
              <p:nvPr/>
            </p:nvSpPr>
            <p:spPr>
              <a:xfrm>
                <a:off x="4255" y="91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p26"/>
              <p:cNvSpPr/>
              <p:nvPr/>
            </p:nvSpPr>
            <p:spPr>
              <a:xfrm>
                <a:off x="4222" y="94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1" name="Google Shape;2361;p26"/>
              <p:cNvSpPr/>
              <p:nvPr/>
            </p:nvSpPr>
            <p:spPr>
              <a:xfrm>
                <a:off x="4188" y="9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2" name="Google Shape;2362;p26"/>
              <p:cNvSpPr/>
              <p:nvPr/>
            </p:nvSpPr>
            <p:spPr>
              <a:xfrm>
                <a:off x="4154" y="10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3" name="Google Shape;2363;p26"/>
              <p:cNvSpPr/>
              <p:nvPr/>
            </p:nvSpPr>
            <p:spPr>
              <a:xfrm>
                <a:off x="4120" y="10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4" name="Google Shape;2364;p26"/>
              <p:cNvSpPr/>
              <p:nvPr/>
            </p:nvSpPr>
            <p:spPr>
              <a:xfrm>
                <a:off x="4086" y="107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5" name="Google Shape;2365;p26"/>
              <p:cNvSpPr/>
              <p:nvPr/>
            </p:nvSpPr>
            <p:spPr>
              <a:xfrm>
                <a:off x="4052" y="111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p26"/>
              <p:cNvSpPr/>
              <p:nvPr/>
            </p:nvSpPr>
            <p:spPr>
              <a:xfrm>
                <a:off x="4019" y="114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7" name="Google Shape;2367;p26"/>
              <p:cNvSpPr/>
              <p:nvPr/>
            </p:nvSpPr>
            <p:spPr>
              <a:xfrm>
                <a:off x="3985" y="11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8" name="Google Shape;2368;p26"/>
              <p:cNvSpPr/>
              <p:nvPr/>
            </p:nvSpPr>
            <p:spPr>
              <a:xfrm>
                <a:off x="3952" y="1215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9" name="Google Shape;2369;p26"/>
              <p:cNvSpPr/>
              <p:nvPr/>
            </p:nvSpPr>
            <p:spPr>
              <a:xfrm>
                <a:off x="4566" y="54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0" name="Google Shape;2370;p26"/>
              <p:cNvSpPr/>
              <p:nvPr/>
            </p:nvSpPr>
            <p:spPr>
              <a:xfrm>
                <a:off x="4532" y="5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1" name="Google Shape;2371;p26"/>
              <p:cNvSpPr/>
              <p:nvPr/>
            </p:nvSpPr>
            <p:spPr>
              <a:xfrm>
                <a:off x="4498" y="6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2" name="Google Shape;2372;p26"/>
              <p:cNvSpPr/>
              <p:nvPr/>
            </p:nvSpPr>
            <p:spPr>
              <a:xfrm>
                <a:off x="4465" y="64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3" name="Google Shape;2373;p26"/>
              <p:cNvSpPr/>
              <p:nvPr/>
            </p:nvSpPr>
            <p:spPr>
              <a:xfrm>
                <a:off x="4431" y="6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4" name="Google Shape;2374;p26"/>
              <p:cNvSpPr/>
              <p:nvPr/>
            </p:nvSpPr>
            <p:spPr>
              <a:xfrm>
                <a:off x="4398" y="714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5" name="Google Shape;2375;p26"/>
              <p:cNvSpPr/>
              <p:nvPr/>
            </p:nvSpPr>
            <p:spPr>
              <a:xfrm>
                <a:off x="4363" y="74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6" name="Google Shape;2376;p26"/>
              <p:cNvSpPr/>
              <p:nvPr/>
            </p:nvSpPr>
            <p:spPr>
              <a:xfrm>
                <a:off x="4329" y="7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7" name="Google Shape;2377;p26"/>
              <p:cNvSpPr/>
              <p:nvPr/>
            </p:nvSpPr>
            <p:spPr>
              <a:xfrm>
                <a:off x="4295" y="81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8" name="Google Shape;2378;p26"/>
              <p:cNvSpPr/>
              <p:nvPr/>
            </p:nvSpPr>
            <p:spPr>
              <a:xfrm>
                <a:off x="4262" y="84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9" name="Google Shape;2379;p26"/>
              <p:cNvSpPr/>
              <p:nvPr/>
            </p:nvSpPr>
            <p:spPr>
              <a:xfrm>
                <a:off x="4228" y="88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0" name="Google Shape;2380;p26"/>
              <p:cNvSpPr/>
              <p:nvPr/>
            </p:nvSpPr>
            <p:spPr>
              <a:xfrm>
                <a:off x="4195" y="917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1" name="Google Shape;2381;p26"/>
              <p:cNvSpPr/>
              <p:nvPr/>
            </p:nvSpPr>
            <p:spPr>
              <a:xfrm>
                <a:off x="4161" y="951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2" name="Google Shape;2382;p26"/>
              <p:cNvSpPr/>
              <p:nvPr/>
            </p:nvSpPr>
            <p:spPr>
              <a:xfrm>
                <a:off x="4126" y="98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3" name="Google Shape;2383;p26"/>
              <p:cNvSpPr/>
              <p:nvPr/>
            </p:nvSpPr>
            <p:spPr>
              <a:xfrm>
                <a:off x="4092" y="101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4" name="Google Shape;2384;p26"/>
              <p:cNvSpPr/>
              <p:nvPr/>
            </p:nvSpPr>
            <p:spPr>
              <a:xfrm>
                <a:off x="4059" y="1051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5" name="Google Shape;2385;p26"/>
              <p:cNvSpPr/>
              <p:nvPr/>
            </p:nvSpPr>
            <p:spPr>
              <a:xfrm>
                <a:off x="4025" y="108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6" name="Google Shape;2386;p26"/>
              <p:cNvSpPr/>
              <p:nvPr/>
            </p:nvSpPr>
            <p:spPr>
              <a:xfrm>
                <a:off x="3991" y="11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7" name="Google Shape;2387;p26"/>
              <p:cNvSpPr/>
              <p:nvPr/>
            </p:nvSpPr>
            <p:spPr>
              <a:xfrm>
                <a:off x="3957" y="115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8" name="Google Shape;2388;p26"/>
              <p:cNvSpPr/>
              <p:nvPr/>
            </p:nvSpPr>
            <p:spPr>
              <a:xfrm>
                <a:off x="3923" y="11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9" name="Google Shape;2389;p26"/>
              <p:cNvSpPr/>
              <p:nvPr/>
            </p:nvSpPr>
            <p:spPr>
              <a:xfrm>
                <a:off x="4539" y="51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0" name="Google Shape;2390;p26"/>
              <p:cNvSpPr/>
              <p:nvPr/>
            </p:nvSpPr>
            <p:spPr>
              <a:xfrm>
                <a:off x="4505" y="5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1" name="Google Shape;2391;p26"/>
              <p:cNvSpPr/>
              <p:nvPr/>
            </p:nvSpPr>
            <p:spPr>
              <a:xfrm>
                <a:off x="4471" y="58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2" name="Google Shape;2392;p26"/>
              <p:cNvSpPr/>
              <p:nvPr/>
            </p:nvSpPr>
            <p:spPr>
              <a:xfrm>
                <a:off x="4437" y="61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3" name="Google Shape;2393;p26"/>
              <p:cNvSpPr/>
              <p:nvPr/>
            </p:nvSpPr>
            <p:spPr>
              <a:xfrm>
                <a:off x="4403" y="65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4" name="Google Shape;2394;p26"/>
              <p:cNvSpPr/>
              <p:nvPr/>
            </p:nvSpPr>
            <p:spPr>
              <a:xfrm>
                <a:off x="4370" y="68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5" name="Google Shape;2395;p26"/>
              <p:cNvSpPr/>
              <p:nvPr/>
            </p:nvSpPr>
            <p:spPr>
              <a:xfrm>
                <a:off x="4337" y="720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6" name="Google Shape;2396;p26"/>
              <p:cNvSpPr/>
              <p:nvPr/>
            </p:nvSpPr>
            <p:spPr>
              <a:xfrm>
                <a:off x="4302" y="7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7" name="Google Shape;2397;p26"/>
              <p:cNvSpPr/>
              <p:nvPr/>
            </p:nvSpPr>
            <p:spPr>
              <a:xfrm>
                <a:off x="4268" y="78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8" name="Google Shape;2398;p26"/>
              <p:cNvSpPr/>
              <p:nvPr/>
            </p:nvSpPr>
            <p:spPr>
              <a:xfrm>
                <a:off x="4234" y="8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9" name="Google Shape;2399;p26"/>
              <p:cNvSpPr/>
              <p:nvPr/>
            </p:nvSpPr>
            <p:spPr>
              <a:xfrm>
                <a:off x="4200" y="8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0" name="Google Shape;2400;p26"/>
              <p:cNvSpPr/>
              <p:nvPr/>
            </p:nvSpPr>
            <p:spPr>
              <a:xfrm>
                <a:off x="4166" y="8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1" name="Google Shape;2401;p26"/>
              <p:cNvSpPr/>
              <p:nvPr/>
            </p:nvSpPr>
            <p:spPr>
              <a:xfrm>
                <a:off x="4133" y="92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2" name="Google Shape;2402;p26"/>
              <p:cNvSpPr/>
              <p:nvPr/>
            </p:nvSpPr>
            <p:spPr>
              <a:xfrm>
                <a:off x="4099" y="95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3" name="Google Shape;2403;p26"/>
              <p:cNvSpPr/>
              <p:nvPr/>
            </p:nvSpPr>
            <p:spPr>
              <a:xfrm>
                <a:off x="4065" y="99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4" name="Google Shape;2404;p26"/>
              <p:cNvSpPr/>
              <p:nvPr/>
            </p:nvSpPr>
            <p:spPr>
              <a:xfrm>
                <a:off x="4031" y="102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5" name="Google Shape;2405;p26"/>
              <p:cNvSpPr/>
              <p:nvPr/>
            </p:nvSpPr>
            <p:spPr>
              <a:xfrm>
                <a:off x="3997" y="10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6" name="Google Shape;2406;p26"/>
              <p:cNvSpPr/>
              <p:nvPr/>
            </p:nvSpPr>
            <p:spPr>
              <a:xfrm>
                <a:off x="3963" y="10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7" name="Google Shape;2407;p26"/>
              <p:cNvSpPr/>
              <p:nvPr/>
            </p:nvSpPr>
            <p:spPr>
              <a:xfrm>
                <a:off x="3929" y="112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8" name="Google Shape;2408;p26"/>
              <p:cNvSpPr/>
              <p:nvPr/>
            </p:nvSpPr>
            <p:spPr>
              <a:xfrm>
                <a:off x="3896" y="1159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9" name="Google Shape;2409;p26"/>
              <p:cNvSpPr/>
              <p:nvPr/>
            </p:nvSpPr>
            <p:spPr>
              <a:xfrm>
                <a:off x="4511" y="4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p26"/>
              <p:cNvSpPr/>
              <p:nvPr/>
            </p:nvSpPr>
            <p:spPr>
              <a:xfrm>
                <a:off x="4477" y="5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1" name="Google Shape;2411;p26"/>
              <p:cNvSpPr/>
              <p:nvPr/>
            </p:nvSpPr>
            <p:spPr>
              <a:xfrm>
                <a:off x="4443" y="5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p26"/>
              <p:cNvSpPr/>
              <p:nvPr/>
            </p:nvSpPr>
            <p:spPr>
              <a:xfrm>
                <a:off x="4409" y="5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3" name="Google Shape;2413;p26"/>
              <p:cNvSpPr/>
              <p:nvPr/>
            </p:nvSpPr>
            <p:spPr>
              <a:xfrm>
                <a:off x="4376" y="624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4" name="Google Shape;2414;p26"/>
              <p:cNvSpPr/>
              <p:nvPr/>
            </p:nvSpPr>
            <p:spPr>
              <a:xfrm>
                <a:off x="4342" y="6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5" name="Google Shape;2415;p26"/>
              <p:cNvSpPr/>
              <p:nvPr/>
            </p:nvSpPr>
            <p:spPr>
              <a:xfrm>
                <a:off x="4308" y="6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26"/>
              <p:cNvSpPr/>
              <p:nvPr/>
            </p:nvSpPr>
            <p:spPr>
              <a:xfrm>
                <a:off x="4274" y="72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7" name="Google Shape;2417;p26"/>
              <p:cNvSpPr/>
              <p:nvPr/>
            </p:nvSpPr>
            <p:spPr>
              <a:xfrm>
                <a:off x="4240" y="7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8" name="Google Shape;2418;p26"/>
              <p:cNvSpPr/>
              <p:nvPr/>
            </p:nvSpPr>
            <p:spPr>
              <a:xfrm>
                <a:off x="4206" y="79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9" name="Google Shape;2419;p26"/>
              <p:cNvSpPr/>
              <p:nvPr/>
            </p:nvSpPr>
            <p:spPr>
              <a:xfrm>
                <a:off x="4173" y="827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0" name="Google Shape;2420;p26"/>
              <p:cNvSpPr/>
              <p:nvPr/>
            </p:nvSpPr>
            <p:spPr>
              <a:xfrm>
                <a:off x="4139" y="86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26"/>
              <p:cNvSpPr/>
              <p:nvPr/>
            </p:nvSpPr>
            <p:spPr>
              <a:xfrm>
                <a:off x="4105" y="8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2" name="Google Shape;2422;p26"/>
              <p:cNvSpPr/>
              <p:nvPr/>
            </p:nvSpPr>
            <p:spPr>
              <a:xfrm>
                <a:off x="4072" y="92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p26"/>
              <p:cNvSpPr/>
              <p:nvPr/>
            </p:nvSpPr>
            <p:spPr>
              <a:xfrm>
                <a:off x="4038" y="96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4" name="Google Shape;2424;p26"/>
              <p:cNvSpPr/>
              <p:nvPr/>
            </p:nvSpPr>
            <p:spPr>
              <a:xfrm>
                <a:off x="4003" y="9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p26"/>
              <p:cNvSpPr/>
              <p:nvPr/>
            </p:nvSpPr>
            <p:spPr>
              <a:xfrm>
                <a:off x="3970" y="103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6" name="Google Shape;2426;p26"/>
              <p:cNvSpPr/>
              <p:nvPr/>
            </p:nvSpPr>
            <p:spPr>
              <a:xfrm>
                <a:off x="3936" y="106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7" name="Google Shape;2427;p26"/>
              <p:cNvSpPr/>
              <p:nvPr/>
            </p:nvSpPr>
            <p:spPr>
              <a:xfrm>
                <a:off x="3902" y="10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8" name="Google Shape;2428;p26"/>
              <p:cNvSpPr/>
              <p:nvPr/>
            </p:nvSpPr>
            <p:spPr>
              <a:xfrm>
                <a:off x="3868" y="11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9" name="Google Shape;2429;p26"/>
              <p:cNvSpPr/>
              <p:nvPr/>
            </p:nvSpPr>
            <p:spPr>
              <a:xfrm>
                <a:off x="4483" y="46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0" name="Google Shape;2430;p26"/>
              <p:cNvSpPr/>
              <p:nvPr/>
            </p:nvSpPr>
            <p:spPr>
              <a:xfrm>
                <a:off x="4450" y="495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1" name="Google Shape;2431;p26"/>
              <p:cNvSpPr/>
              <p:nvPr/>
            </p:nvSpPr>
            <p:spPr>
              <a:xfrm>
                <a:off x="4416" y="52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2" name="Google Shape;2432;p26"/>
              <p:cNvSpPr/>
              <p:nvPr/>
            </p:nvSpPr>
            <p:spPr>
              <a:xfrm>
                <a:off x="4382" y="5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3" name="Google Shape;2433;p26"/>
              <p:cNvSpPr/>
              <p:nvPr/>
            </p:nvSpPr>
            <p:spPr>
              <a:xfrm>
                <a:off x="4348" y="5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4" name="Google Shape;2434;p26"/>
              <p:cNvSpPr/>
              <p:nvPr/>
            </p:nvSpPr>
            <p:spPr>
              <a:xfrm>
                <a:off x="4314" y="6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5" name="Google Shape;2435;p26"/>
              <p:cNvSpPr/>
              <p:nvPr/>
            </p:nvSpPr>
            <p:spPr>
              <a:xfrm>
                <a:off x="4280" y="6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6" name="Google Shape;2436;p26"/>
              <p:cNvSpPr/>
              <p:nvPr/>
            </p:nvSpPr>
            <p:spPr>
              <a:xfrm>
                <a:off x="4246" y="698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p26"/>
              <p:cNvSpPr/>
              <p:nvPr/>
            </p:nvSpPr>
            <p:spPr>
              <a:xfrm>
                <a:off x="4214" y="73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8" name="Google Shape;2438;p26"/>
              <p:cNvSpPr/>
              <p:nvPr/>
            </p:nvSpPr>
            <p:spPr>
              <a:xfrm>
                <a:off x="4179" y="7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9" name="Google Shape;2439;p26"/>
              <p:cNvSpPr/>
              <p:nvPr/>
            </p:nvSpPr>
            <p:spPr>
              <a:xfrm>
                <a:off x="4145" y="79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0" name="Google Shape;2440;p26"/>
              <p:cNvSpPr/>
              <p:nvPr/>
            </p:nvSpPr>
            <p:spPr>
              <a:xfrm>
                <a:off x="4111" y="83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p26"/>
              <p:cNvSpPr/>
              <p:nvPr/>
            </p:nvSpPr>
            <p:spPr>
              <a:xfrm>
                <a:off x="4077" y="8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2" name="Google Shape;2442;p26"/>
              <p:cNvSpPr/>
              <p:nvPr/>
            </p:nvSpPr>
            <p:spPr>
              <a:xfrm>
                <a:off x="4043" y="90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3" name="Google Shape;2443;p26"/>
              <p:cNvSpPr/>
              <p:nvPr/>
            </p:nvSpPr>
            <p:spPr>
              <a:xfrm>
                <a:off x="4011" y="93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4" name="Google Shape;2444;p26"/>
              <p:cNvSpPr/>
              <p:nvPr/>
            </p:nvSpPr>
            <p:spPr>
              <a:xfrm>
                <a:off x="3976" y="9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5" name="Google Shape;2445;p26"/>
              <p:cNvSpPr/>
              <p:nvPr/>
            </p:nvSpPr>
            <p:spPr>
              <a:xfrm>
                <a:off x="3942" y="100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6" name="Google Shape;2446;p26"/>
              <p:cNvSpPr/>
              <p:nvPr/>
            </p:nvSpPr>
            <p:spPr>
              <a:xfrm>
                <a:off x="3908" y="10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7" name="Google Shape;2447;p26"/>
              <p:cNvSpPr/>
              <p:nvPr/>
            </p:nvSpPr>
            <p:spPr>
              <a:xfrm>
                <a:off x="3874" y="10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8" name="Google Shape;2448;p26"/>
              <p:cNvSpPr/>
              <p:nvPr/>
            </p:nvSpPr>
            <p:spPr>
              <a:xfrm>
                <a:off x="3840" y="110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9" name="Google Shape;2449;p26"/>
              <p:cNvSpPr/>
              <p:nvPr/>
            </p:nvSpPr>
            <p:spPr>
              <a:xfrm>
                <a:off x="4457" y="43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0" name="Google Shape;2450;p26"/>
              <p:cNvSpPr/>
              <p:nvPr/>
            </p:nvSpPr>
            <p:spPr>
              <a:xfrm>
                <a:off x="4423" y="46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1" name="Google Shape;2451;p26"/>
              <p:cNvSpPr/>
              <p:nvPr/>
            </p:nvSpPr>
            <p:spPr>
              <a:xfrm>
                <a:off x="4388" y="5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2" name="Google Shape;2452;p26"/>
              <p:cNvSpPr/>
              <p:nvPr/>
            </p:nvSpPr>
            <p:spPr>
              <a:xfrm>
                <a:off x="4354" y="53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3" name="Google Shape;2453;p26"/>
              <p:cNvSpPr/>
              <p:nvPr/>
            </p:nvSpPr>
            <p:spPr>
              <a:xfrm>
                <a:off x="4320" y="5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4" name="Google Shape;2454;p26"/>
              <p:cNvSpPr/>
              <p:nvPr/>
            </p:nvSpPr>
            <p:spPr>
              <a:xfrm>
                <a:off x="4287" y="60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5" name="Google Shape;2455;p26"/>
              <p:cNvSpPr/>
              <p:nvPr/>
            </p:nvSpPr>
            <p:spPr>
              <a:xfrm>
                <a:off x="4253" y="6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6" name="Google Shape;2456;p26"/>
              <p:cNvSpPr/>
              <p:nvPr/>
            </p:nvSpPr>
            <p:spPr>
              <a:xfrm>
                <a:off x="4219" y="6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7" name="Google Shape;2457;p26"/>
              <p:cNvSpPr/>
              <p:nvPr/>
            </p:nvSpPr>
            <p:spPr>
              <a:xfrm>
                <a:off x="4185" y="70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8" name="Google Shape;2458;p26"/>
              <p:cNvSpPr/>
              <p:nvPr/>
            </p:nvSpPr>
            <p:spPr>
              <a:xfrm>
                <a:off x="4151" y="738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p26"/>
              <p:cNvSpPr/>
              <p:nvPr/>
            </p:nvSpPr>
            <p:spPr>
              <a:xfrm>
                <a:off x="4117" y="77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p26"/>
              <p:cNvSpPr/>
              <p:nvPr/>
            </p:nvSpPr>
            <p:spPr>
              <a:xfrm>
                <a:off x="4084" y="80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p26"/>
              <p:cNvSpPr/>
              <p:nvPr/>
            </p:nvSpPr>
            <p:spPr>
              <a:xfrm>
                <a:off x="4050" y="839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p26"/>
              <p:cNvSpPr/>
              <p:nvPr/>
            </p:nvSpPr>
            <p:spPr>
              <a:xfrm>
                <a:off x="4016" y="8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3" name="Google Shape;2463;p26"/>
              <p:cNvSpPr/>
              <p:nvPr/>
            </p:nvSpPr>
            <p:spPr>
              <a:xfrm>
                <a:off x="3982" y="9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4" name="Google Shape;2464;p26"/>
              <p:cNvSpPr/>
              <p:nvPr/>
            </p:nvSpPr>
            <p:spPr>
              <a:xfrm>
                <a:off x="3948" y="941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5" name="Google Shape;2465;p26"/>
              <p:cNvSpPr/>
              <p:nvPr/>
            </p:nvSpPr>
            <p:spPr>
              <a:xfrm>
                <a:off x="3915" y="976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6" name="Google Shape;2466;p26"/>
              <p:cNvSpPr/>
              <p:nvPr/>
            </p:nvSpPr>
            <p:spPr>
              <a:xfrm>
                <a:off x="3882" y="100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7" name="Google Shape;2467;p26"/>
              <p:cNvSpPr/>
              <p:nvPr/>
            </p:nvSpPr>
            <p:spPr>
              <a:xfrm>
                <a:off x="3847" y="104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8" name="Google Shape;2468;p26"/>
              <p:cNvSpPr/>
              <p:nvPr/>
            </p:nvSpPr>
            <p:spPr>
              <a:xfrm>
                <a:off x="3813" y="107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9" name="Google Shape;2469;p26"/>
              <p:cNvSpPr/>
              <p:nvPr/>
            </p:nvSpPr>
            <p:spPr>
              <a:xfrm>
                <a:off x="4429" y="40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0" name="Google Shape;2470;p26"/>
              <p:cNvSpPr/>
              <p:nvPr/>
            </p:nvSpPr>
            <p:spPr>
              <a:xfrm>
                <a:off x="4394" y="4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1" name="Google Shape;2471;p26"/>
              <p:cNvSpPr/>
              <p:nvPr/>
            </p:nvSpPr>
            <p:spPr>
              <a:xfrm>
                <a:off x="4360" y="4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2" name="Google Shape;2472;p26"/>
              <p:cNvSpPr/>
              <p:nvPr/>
            </p:nvSpPr>
            <p:spPr>
              <a:xfrm>
                <a:off x="4327" y="507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3" name="Google Shape;2473;p26"/>
              <p:cNvSpPr/>
              <p:nvPr/>
            </p:nvSpPr>
            <p:spPr>
              <a:xfrm>
                <a:off x="4293" y="5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4" name="Google Shape;2474;p26"/>
              <p:cNvSpPr/>
              <p:nvPr/>
            </p:nvSpPr>
            <p:spPr>
              <a:xfrm>
                <a:off x="4259" y="57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5" name="Google Shape;2475;p26"/>
              <p:cNvSpPr/>
              <p:nvPr/>
            </p:nvSpPr>
            <p:spPr>
              <a:xfrm>
                <a:off x="4225" y="60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6" name="Google Shape;2476;p26"/>
              <p:cNvSpPr/>
              <p:nvPr/>
            </p:nvSpPr>
            <p:spPr>
              <a:xfrm>
                <a:off x="4191" y="64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7" name="Google Shape;2477;p26"/>
              <p:cNvSpPr/>
              <p:nvPr/>
            </p:nvSpPr>
            <p:spPr>
              <a:xfrm>
                <a:off x="4157" y="67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8" name="Google Shape;2478;p26"/>
              <p:cNvSpPr/>
              <p:nvPr/>
            </p:nvSpPr>
            <p:spPr>
              <a:xfrm>
                <a:off x="4124" y="71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9" name="Google Shape;2479;p26"/>
              <p:cNvSpPr/>
              <p:nvPr/>
            </p:nvSpPr>
            <p:spPr>
              <a:xfrm>
                <a:off x="4090" y="74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0" name="Google Shape;2480;p26"/>
              <p:cNvSpPr/>
              <p:nvPr/>
            </p:nvSpPr>
            <p:spPr>
              <a:xfrm>
                <a:off x="4056" y="77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1" name="Google Shape;2481;p26"/>
              <p:cNvSpPr/>
              <p:nvPr/>
            </p:nvSpPr>
            <p:spPr>
              <a:xfrm>
                <a:off x="4022" y="81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2" name="Google Shape;2482;p26"/>
              <p:cNvSpPr/>
              <p:nvPr/>
            </p:nvSpPr>
            <p:spPr>
              <a:xfrm>
                <a:off x="3988" y="8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3" name="Google Shape;2483;p26"/>
              <p:cNvSpPr/>
              <p:nvPr/>
            </p:nvSpPr>
            <p:spPr>
              <a:xfrm>
                <a:off x="3954" y="8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4" name="Google Shape;2484;p26"/>
              <p:cNvSpPr/>
              <p:nvPr/>
            </p:nvSpPr>
            <p:spPr>
              <a:xfrm>
                <a:off x="3921" y="91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5" name="Google Shape;2485;p26"/>
              <p:cNvSpPr/>
              <p:nvPr/>
            </p:nvSpPr>
            <p:spPr>
              <a:xfrm>
                <a:off x="3888" y="94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6" name="Google Shape;2486;p26"/>
              <p:cNvSpPr/>
              <p:nvPr/>
            </p:nvSpPr>
            <p:spPr>
              <a:xfrm>
                <a:off x="3854" y="982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7" name="Google Shape;2487;p26"/>
              <p:cNvSpPr/>
              <p:nvPr/>
            </p:nvSpPr>
            <p:spPr>
              <a:xfrm>
                <a:off x="3819" y="1015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8" name="Google Shape;2488;p26"/>
              <p:cNvSpPr/>
              <p:nvPr/>
            </p:nvSpPr>
            <p:spPr>
              <a:xfrm>
                <a:off x="3785" y="104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9" name="Google Shape;2489;p26"/>
              <p:cNvSpPr/>
              <p:nvPr/>
            </p:nvSpPr>
            <p:spPr>
              <a:xfrm>
                <a:off x="4401" y="37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0" name="Google Shape;2490;p26"/>
              <p:cNvSpPr/>
              <p:nvPr/>
            </p:nvSpPr>
            <p:spPr>
              <a:xfrm>
                <a:off x="4367" y="41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1" name="Google Shape;2491;p26"/>
              <p:cNvSpPr/>
              <p:nvPr/>
            </p:nvSpPr>
            <p:spPr>
              <a:xfrm>
                <a:off x="4334" y="447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2" name="Google Shape;2492;p26"/>
              <p:cNvSpPr/>
              <p:nvPr/>
            </p:nvSpPr>
            <p:spPr>
              <a:xfrm>
                <a:off x="4300" y="48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3" name="Google Shape;2493;p26"/>
              <p:cNvSpPr/>
              <p:nvPr/>
            </p:nvSpPr>
            <p:spPr>
              <a:xfrm>
                <a:off x="4265" y="51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4" name="Google Shape;2494;p26"/>
              <p:cNvSpPr/>
              <p:nvPr/>
            </p:nvSpPr>
            <p:spPr>
              <a:xfrm>
                <a:off x="4231" y="54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5" name="Google Shape;2495;p26"/>
              <p:cNvSpPr/>
              <p:nvPr/>
            </p:nvSpPr>
            <p:spPr>
              <a:xfrm>
                <a:off x="4198" y="581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6" name="Google Shape;2496;p26"/>
              <p:cNvSpPr/>
              <p:nvPr/>
            </p:nvSpPr>
            <p:spPr>
              <a:xfrm>
                <a:off x="4164" y="61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7" name="Google Shape;2497;p26"/>
              <p:cNvSpPr/>
              <p:nvPr/>
            </p:nvSpPr>
            <p:spPr>
              <a:xfrm>
                <a:off x="4130" y="64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8" name="Google Shape;2498;p26"/>
              <p:cNvSpPr/>
              <p:nvPr/>
            </p:nvSpPr>
            <p:spPr>
              <a:xfrm>
                <a:off x="4097" y="68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9" name="Google Shape;2499;p26"/>
              <p:cNvSpPr/>
              <p:nvPr/>
            </p:nvSpPr>
            <p:spPr>
              <a:xfrm>
                <a:off x="4062" y="7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0" name="Google Shape;2500;p26"/>
              <p:cNvSpPr/>
              <p:nvPr/>
            </p:nvSpPr>
            <p:spPr>
              <a:xfrm>
                <a:off x="4028" y="7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1" name="Google Shape;2501;p26"/>
              <p:cNvSpPr/>
              <p:nvPr/>
            </p:nvSpPr>
            <p:spPr>
              <a:xfrm>
                <a:off x="3994" y="7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26"/>
              <p:cNvSpPr/>
              <p:nvPr/>
            </p:nvSpPr>
            <p:spPr>
              <a:xfrm>
                <a:off x="3961" y="81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3" name="Google Shape;2503;p26"/>
              <p:cNvSpPr/>
              <p:nvPr/>
            </p:nvSpPr>
            <p:spPr>
              <a:xfrm>
                <a:off x="3927" y="85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4" name="Google Shape;2504;p26"/>
              <p:cNvSpPr/>
              <p:nvPr/>
            </p:nvSpPr>
            <p:spPr>
              <a:xfrm>
                <a:off x="3893" y="88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5" name="Google Shape;2505;p26"/>
              <p:cNvSpPr/>
              <p:nvPr/>
            </p:nvSpPr>
            <p:spPr>
              <a:xfrm>
                <a:off x="3859" y="9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6" name="Google Shape;2506;p26"/>
              <p:cNvSpPr/>
              <p:nvPr/>
            </p:nvSpPr>
            <p:spPr>
              <a:xfrm>
                <a:off x="3825" y="9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26"/>
              <p:cNvSpPr/>
              <p:nvPr/>
            </p:nvSpPr>
            <p:spPr>
              <a:xfrm>
                <a:off x="3791" y="98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8" name="Google Shape;2508;p26"/>
              <p:cNvSpPr/>
              <p:nvPr/>
            </p:nvSpPr>
            <p:spPr>
              <a:xfrm>
                <a:off x="3759" y="102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9" name="Google Shape;2509;p26"/>
              <p:cNvSpPr/>
              <p:nvPr/>
            </p:nvSpPr>
            <p:spPr>
              <a:xfrm>
                <a:off x="4373" y="3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0" name="Google Shape;2510;p26"/>
              <p:cNvSpPr/>
              <p:nvPr/>
            </p:nvSpPr>
            <p:spPr>
              <a:xfrm>
                <a:off x="4339" y="3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26"/>
              <p:cNvSpPr/>
              <p:nvPr/>
            </p:nvSpPr>
            <p:spPr>
              <a:xfrm>
                <a:off x="4306" y="41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p26"/>
              <p:cNvSpPr/>
              <p:nvPr/>
            </p:nvSpPr>
            <p:spPr>
              <a:xfrm>
                <a:off x="4272" y="45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p26"/>
              <p:cNvSpPr/>
              <p:nvPr/>
            </p:nvSpPr>
            <p:spPr>
              <a:xfrm>
                <a:off x="4238" y="486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4" name="Google Shape;2514;p26"/>
              <p:cNvSpPr/>
              <p:nvPr/>
            </p:nvSpPr>
            <p:spPr>
              <a:xfrm>
                <a:off x="4204" y="51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5" name="Google Shape;2515;p26"/>
              <p:cNvSpPr/>
              <p:nvPr/>
            </p:nvSpPr>
            <p:spPr>
              <a:xfrm>
                <a:off x="4170" y="55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p26"/>
              <p:cNvSpPr/>
              <p:nvPr/>
            </p:nvSpPr>
            <p:spPr>
              <a:xfrm>
                <a:off x="4136" y="58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p26"/>
              <p:cNvSpPr/>
              <p:nvPr/>
            </p:nvSpPr>
            <p:spPr>
              <a:xfrm>
                <a:off x="4102" y="62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p26"/>
              <p:cNvSpPr/>
              <p:nvPr/>
            </p:nvSpPr>
            <p:spPr>
              <a:xfrm>
                <a:off x="4068" y="65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9" name="Google Shape;2519;p26"/>
              <p:cNvSpPr/>
              <p:nvPr/>
            </p:nvSpPr>
            <p:spPr>
              <a:xfrm>
                <a:off x="4035" y="689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0" name="Google Shape;2520;p26"/>
              <p:cNvSpPr/>
              <p:nvPr/>
            </p:nvSpPr>
            <p:spPr>
              <a:xfrm>
                <a:off x="4001" y="7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p26"/>
              <p:cNvSpPr/>
              <p:nvPr/>
            </p:nvSpPr>
            <p:spPr>
              <a:xfrm>
                <a:off x="3967" y="7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2" name="Google Shape;2522;p26"/>
              <p:cNvSpPr/>
              <p:nvPr/>
            </p:nvSpPr>
            <p:spPr>
              <a:xfrm>
                <a:off x="3933" y="7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p26"/>
              <p:cNvSpPr/>
              <p:nvPr/>
            </p:nvSpPr>
            <p:spPr>
              <a:xfrm>
                <a:off x="3899" y="8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4" name="Google Shape;2524;p26"/>
              <p:cNvSpPr/>
              <p:nvPr/>
            </p:nvSpPr>
            <p:spPr>
              <a:xfrm>
                <a:off x="3865" y="8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5" name="Google Shape;2525;p26"/>
              <p:cNvSpPr/>
              <p:nvPr/>
            </p:nvSpPr>
            <p:spPr>
              <a:xfrm>
                <a:off x="3832" y="892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6" name="Google Shape;2526;p26"/>
              <p:cNvSpPr/>
              <p:nvPr/>
            </p:nvSpPr>
            <p:spPr>
              <a:xfrm>
                <a:off x="3798" y="92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7" name="Google Shape;2527;p26"/>
              <p:cNvSpPr/>
              <p:nvPr/>
            </p:nvSpPr>
            <p:spPr>
              <a:xfrm>
                <a:off x="3764" y="9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8" name="Google Shape;2528;p26"/>
              <p:cNvSpPr/>
              <p:nvPr/>
            </p:nvSpPr>
            <p:spPr>
              <a:xfrm>
                <a:off x="3731" y="99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9" name="Google Shape;2529;p26"/>
              <p:cNvSpPr/>
              <p:nvPr/>
            </p:nvSpPr>
            <p:spPr>
              <a:xfrm>
                <a:off x="4345" y="32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p26"/>
              <p:cNvSpPr/>
              <p:nvPr/>
            </p:nvSpPr>
            <p:spPr>
              <a:xfrm>
                <a:off x="4311" y="3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1" name="Google Shape;2531;p26"/>
              <p:cNvSpPr/>
              <p:nvPr/>
            </p:nvSpPr>
            <p:spPr>
              <a:xfrm>
                <a:off x="4278" y="390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p26"/>
              <p:cNvSpPr/>
              <p:nvPr/>
            </p:nvSpPr>
            <p:spPr>
              <a:xfrm>
                <a:off x="4244" y="4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3" name="Google Shape;2533;p26"/>
              <p:cNvSpPr/>
              <p:nvPr/>
            </p:nvSpPr>
            <p:spPr>
              <a:xfrm>
                <a:off x="4210" y="4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p26"/>
              <p:cNvSpPr/>
              <p:nvPr/>
            </p:nvSpPr>
            <p:spPr>
              <a:xfrm>
                <a:off x="4177" y="49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p26"/>
              <p:cNvSpPr/>
              <p:nvPr/>
            </p:nvSpPr>
            <p:spPr>
              <a:xfrm>
                <a:off x="4142" y="52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p26"/>
              <p:cNvSpPr/>
              <p:nvPr/>
            </p:nvSpPr>
            <p:spPr>
              <a:xfrm>
                <a:off x="4108" y="56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p26"/>
              <p:cNvSpPr/>
              <p:nvPr/>
            </p:nvSpPr>
            <p:spPr>
              <a:xfrm>
                <a:off x="4075" y="593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8" name="Google Shape;2538;p26"/>
              <p:cNvSpPr/>
              <p:nvPr/>
            </p:nvSpPr>
            <p:spPr>
              <a:xfrm>
                <a:off x="4041" y="62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26"/>
              <p:cNvSpPr/>
              <p:nvPr/>
            </p:nvSpPr>
            <p:spPr>
              <a:xfrm>
                <a:off x="4007" y="6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p26"/>
              <p:cNvSpPr/>
              <p:nvPr/>
            </p:nvSpPr>
            <p:spPr>
              <a:xfrm>
                <a:off x="3974" y="69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p26"/>
              <p:cNvSpPr/>
              <p:nvPr/>
            </p:nvSpPr>
            <p:spPr>
              <a:xfrm>
                <a:off x="3940" y="73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p26"/>
              <p:cNvSpPr/>
              <p:nvPr/>
            </p:nvSpPr>
            <p:spPr>
              <a:xfrm>
                <a:off x="3905" y="76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p26"/>
              <p:cNvSpPr/>
              <p:nvPr/>
            </p:nvSpPr>
            <p:spPr>
              <a:xfrm>
                <a:off x="3872" y="79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p26"/>
              <p:cNvSpPr/>
              <p:nvPr/>
            </p:nvSpPr>
            <p:spPr>
              <a:xfrm>
                <a:off x="3838" y="8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p26"/>
              <p:cNvSpPr/>
              <p:nvPr/>
            </p:nvSpPr>
            <p:spPr>
              <a:xfrm>
                <a:off x="3804" y="8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p26"/>
              <p:cNvSpPr/>
              <p:nvPr/>
            </p:nvSpPr>
            <p:spPr>
              <a:xfrm>
                <a:off x="3770" y="8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7" name="Google Shape;2547;p26"/>
              <p:cNvSpPr/>
              <p:nvPr/>
            </p:nvSpPr>
            <p:spPr>
              <a:xfrm>
                <a:off x="3736" y="9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8" name="Google Shape;2548;p26"/>
              <p:cNvSpPr/>
              <p:nvPr/>
            </p:nvSpPr>
            <p:spPr>
              <a:xfrm>
                <a:off x="3702" y="96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9" name="Google Shape;2549;p26"/>
              <p:cNvSpPr/>
              <p:nvPr/>
            </p:nvSpPr>
            <p:spPr>
              <a:xfrm>
                <a:off x="4318" y="2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0" name="Google Shape;2550;p26"/>
              <p:cNvSpPr/>
              <p:nvPr/>
            </p:nvSpPr>
            <p:spPr>
              <a:xfrm>
                <a:off x="4284" y="3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1" name="Google Shape;2551;p26"/>
              <p:cNvSpPr/>
              <p:nvPr/>
            </p:nvSpPr>
            <p:spPr>
              <a:xfrm>
                <a:off x="4250" y="3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2" name="Google Shape;2552;p26"/>
              <p:cNvSpPr/>
              <p:nvPr/>
            </p:nvSpPr>
            <p:spPr>
              <a:xfrm>
                <a:off x="4216" y="39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3" name="Google Shape;2553;p26"/>
              <p:cNvSpPr/>
              <p:nvPr/>
            </p:nvSpPr>
            <p:spPr>
              <a:xfrm>
                <a:off x="4182" y="4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4" name="Google Shape;2554;p26"/>
              <p:cNvSpPr/>
              <p:nvPr/>
            </p:nvSpPr>
            <p:spPr>
              <a:xfrm>
                <a:off x="4150" y="46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5" name="Google Shape;2555;p26"/>
              <p:cNvSpPr/>
              <p:nvPr/>
            </p:nvSpPr>
            <p:spPr>
              <a:xfrm>
                <a:off x="4116" y="49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6" name="Google Shape;2556;p26"/>
              <p:cNvSpPr/>
              <p:nvPr/>
            </p:nvSpPr>
            <p:spPr>
              <a:xfrm>
                <a:off x="4081" y="5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p26"/>
              <p:cNvSpPr/>
              <p:nvPr/>
            </p:nvSpPr>
            <p:spPr>
              <a:xfrm>
                <a:off x="4047" y="56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8" name="Google Shape;2558;p26"/>
            <p:cNvSpPr/>
            <p:nvPr/>
          </p:nvSpPr>
          <p:spPr>
            <a:xfrm>
              <a:off x="5749665" y="95250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26"/>
            <p:cNvSpPr/>
            <p:nvPr/>
          </p:nvSpPr>
          <p:spPr>
            <a:xfrm>
              <a:off x="5695690" y="10048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26"/>
            <p:cNvSpPr/>
            <p:nvPr/>
          </p:nvSpPr>
          <p:spPr>
            <a:xfrm>
              <a:off x="5643303" y="1058863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26"/>
            <p:cNvSpPr/>
            <p:nvPr/>
          </p:nvSpPr>
          <p:spPr>
            <a:xfrm>
              <a:off x="5589328" y="1112838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26"/>
            <p:cNvSpPr/>
            <p:nvPr/>
          </p:nvSpPr>
          <p:spPr>
            <a:xfrm>
              <a:off x="5535353" y="11668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26"/>
            <p:cNvSpPr/>
            <p:nvPr/>
          </p:nvSpPr>
          <p:spPr>
            <a:xfrm>
              <a:off x="5481378" y="12207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26"/>
            <p:cNvSpPr/>
            <p:nvPr/>
          </p:nvSpPr>
          <p:spPr>
            <a:xfrm>
              <a:off x="5427403" y="1274763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26"/>
            <p:cNvSpPr/>
            <p:nvPr/>
          </p:nvSpPr>
          <p:spPr>
            <a:xfrm>
              <a:off x="5373428" y="13271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26"/>
            <p:cNvSpPr/>
            <p:nvPr/>
          </p:nvSpPr>
          <p:spPr>
            <a:xfrm>
              <a:off x="5319453" y="13811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26"/>
            <p:cNvSpPr/>
            <p:nvPr/>
          </p:nvSpPr>
          <p:spPr>
            <a:xfrm>
              <a:off x="5267065" y="14351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26"/>
            <p:cNvSpPr/>
            <p:nvPr/>
          </p:nvSpPr>
          <p:spPr>
            <a:xfrm>
              <a:off x="5213090" y="14890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343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27"/>
          <p:cNvSpPr txBox="1">
            <a:spLocks noGrp="1"/>
          </p:cNvSpPr>
          <p:nvPr>
            <p:ph type="title"/>
          </p:nvPr>
        </p:nvSpPr>
        <p:spPr>
          <a:xfrm>
            <a:off x="723900" y="2057940"/>
            <a:ext cx="7696200" cy="174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71" name="Google Shape;2571;p27"/>
          <p:cNvSpPr txBox="1">
            <a:spLocks noGrp="1"/>
          </p:cNvSpPr>
          <p:nvPr>
            <p:ph type="body" idx="1"/>
          </p:nvPr>
        </p:nvSpPr>
        <p:spPr>
          <a:xfrm>
            <a:off x="723900" y="3800813"/>
            <a:ext cx="7696200" cy="66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572" name="Google Shape;2572;p27"/>
          <p:cNvGrpSpPr/>
          <p:nvPr/>
        </p:nvGrpSpPr>
        <p:grpSpPr>
          <a:xfrm>
            <a:off x="7927055" y="-1084567"/>
            <a:ext cx="2105344" cy="2807125"/>
            <a:chOff x="478444" y="466725"/>
            <a:chExt cx="1592263" cy="1592263"/>
          </a:xfrm>
        </p:grpSpPr>
        <p:grpSp>
          <p:nvGrpSpPr>
            <p:cNvPr id="2573" name="Google Shape;2573;p27"/>
            <p:cNvGrpSpPr/>
            <p:nvPr/>
          </p:nvGrpSpPr>
          <p:grpSpPr>
            <a:xfrm>
              <a:off x="610206" y="466725"/>
              <a:ext cx="1460501" cy="1460500"/>
              <a:chOff x="1166" y="294"/>
              <a:chExt cx="920" cy="920"/>
            </a:xfrm>
          </p:grpSpPr>
          <p:sp>
            <p:nvSpPr>
              <p:cNvPr id="2574" name="Google Shape;2574;p27"/>
              <p:cNvSpPr/>
              <p:nvPr/>
            </p:nvSpPr>
            <p:spPr>
              <a:xfrm>
                <a:off x="1416" y="2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5" name="Google Shape;2575;p27"/>
              <p:cNvSpPr/>
              <p:nvPr/>
            </p:nvSpPr>
            <p:spPr>
              <a:xfrm>
                <a:off x="1450" y="3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6" name="Google Shape;2576;p27"/>
              <p:cNvSpPr/>
              <p:nvPr/>
            </p:nvSpPr>
            <p:spPr>
              <a:xfrm>
                <a:off x="1484" y="3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7" name="Google Shape;2577;p27"/>
              <p:cNvSpPr/>
              <p:nvPr/>
            </p:nvSpPr>
            <p:spPr>
              <a:xfrm>
                <a:off x="1518" y="3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8" name="Google Shape;2578;p27"/>
              <p:cNvSpPr/>
              <p:nvPr/>
            </p:nvSpPr>
            <p:spPr>
              <a:xfrm>
                <a:off x="1552" y="4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9" name="Google Shape;2579;p27"/>
              <p:cNvSpPr/>
              <p:nvPr/>
            </p:nvSpPr>
            <p:spPr>
              <a:xfrm>
                <a:off x="1586" y="4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p27"/>
              <p:cNvSpPr/>
              <p:nvPr/>
            </p:nvSpPr>
            <p:spPr>
              <a:xfrm>
                <a:off x="1620" y="4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p27"/>
              <p:cNvSpPr/>
              <p:nvPr/>
            </p:nvSpPr>
            <p:spPr>
              <a:xfrm>
                <a:off x="1655" y="53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2" name="Google Shape;2582;p27"/>
              <p:cNvSpPr/>
              <p:nvPr/>
            </p:nvSpPr>
            <p:spPr>
              <a:xfrm>
                <a:off x="1689" y="566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p27"/>
              <p:cNvSpPr/>
              <p:nvPr/>
            </p:nvSpPr>
            <p:spPr>
              <a:xfrm>
                <a:off x="1723" y="60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4" name="Google Shape;2584;p27"/>
              <p:cNvSpPr/>
              <p:nvPr/>
            </p:nvSpPr>
            <p:spPr>
              <a:xfrm>
                <a:off x="1757" y="63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5" name="Google Shape;2585;p27"/>
              <p:cNvSpPr/>
              <p:nvPr/>
            </p:nvSpPr>
            <p:spPr>
              <a:xfrm>
                <a:off x="1791" y="6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6" name="Google Shape;2586;p27"/>
              <p:cNvSpPr/>
              <p:nvPr/>
            </p:nvSpPr>
            <p:spPr>
              <a:xfrm>
                <a:off x="1825" y="70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7" name="Google Shape;2587;p27"/>
              <p:cNvSpPr/>
              <p:nvPr/>
            </p:nvSpPr>
            <p:spPr>
              <a:xfrm>
                <a:off x="1859" y="73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8" name="Google Shape;2588;p27"/>
              <p:cNvSpPr/>
              <p:nvPr/>
            </p:nvSpPr>
            <p:spPr>
              <a:xfrm>
                <a:off x="1893" y="77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9" name="Google Shape;2589;p27"/>
              <p:cNvSpPr/>
              <p:nvPr/>
            </p:nvSpPr>
            <p:spPr>
              <a:xfrm>
                <a:off x="1927" y="80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0" name="Google Shape;2590;p27"/>
              <p:cNvSpPr/>
              <p:nvPr/>
            </p:nvSpPr>
            <p:spPr>
              <a:xfrm>
                <a:off x="1961" y="83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1" name="Google Shape;2591;p27"/>
              <p:cNvSpPr/>
              <p:nvPr/>
            </p:nvSpPr>
            <p:spPr>
              <a:xfrm>
                <a:off x="1995" y="87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2" name="Google Shape;2592;p27"/>
              <p:cNvSpPr/>
              <p:nvPr/>
            </p:nvSpPr>
            <p:spPr>
              <a:xfrm>
                <a:off x="2029" y="9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3" name="Google Shape;2593;p27"/>
              <p:cNvSpPr/>
              <p:nvPr/>
            </p:nvSpPr>
            <p:spPr>
              <a:xfrm>
                <a:off x="2063" y="9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p27"/>
              <p:cNvSpPr/>
              <p:nvPr/>
            </p:nvSpPr>
            <p:spPr>
              <a:xfrm>
                <a:off x="1388" y="3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p27"/>
              <p:cNvSpPr/>
              <p:nvPr/>
            </p:nvSpPr>
            <p:spPr>
              <a:xfrm>
                <a:off x="1423" y="357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6" name="Google Shape;2596;p27"/>
              <p:cNvSpPr/>
              <p:nvPr/>
            </p:nvSpPr>
            <p:spPr>
              <a:xfrm>
                <a:off x="1458" y="391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7" name="Google Shape;2597;p27"/>
              <p:cNvSpPr/>
              <p:nvPr/>
            </p:nvSpPr>
            <p:spPr>
              <a:xfrm>
                <a:off x="1491" y="424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8" name="Google Shape;2598;p27"/>
              <p:cNvSpPr/>
              <p:nvPr/>
            </p:nvSpPr>
            <p:spPr>
              <a:xfrm>
                <a:off x="1525" y="4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9" name="Google Shape;2599;p27"/>
              <p:cNvSpPr/>
              <p:nvPr/>
            </p:nvSpPr>
            <p:spPr>
              <a:xfrm>
                <a:off x="1559" y="4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0" name="Google Shape;2600;p27"/>
              <p:cNvSpPr/>
              <p:nvPr/>
            </p:nvSpPr>
            <p:spPr>
              <a:xfrm>
                <a:off x="1593" y="52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1" name="Google Shape;2601;p27"/>
              <p:cNvSpPr/>
              <p:nvPr/>
            </p:nvSpPr>
            <p:spPr>
              <a:xfrm>
                <a:off x="1627" y="5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2" name="Google Shape;2602;p27"/>
              <p:cNvSpPr/>
              <p:nvPr/>
            </p:nvSpPr>
            <p:spPr>
              <a:xfrm>
                <a:off x="1661" y="5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3" name="Google Shape;2603;p27"/>
              <p:cNvSpPr/>
              <p:nvPr/>
            </p:nvSpPr>
            <p:spPr>
              <a:xfrm>
                <a:off x="1695" y="6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4" name="Google Shape;2604;p27"/>
              <p:cNvSpPr/>
              <p:nvPr/>
            </p:nvSpPr>
            <p:spPr>
              <a:xfrm>
                <a:off x="1729" y="6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5" name="Google Shape;2605;p27"/>
              <p:cNvSpPr/>
              <p:nvPr/>
            </p:nvSpPr>
            <p:spPr>
              <a:xfrm>
                <a:off x="1763" y="6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6" name="Google Shape;2606;p27"/>
              <p:cNvSpPr/>
              <p:nvPr/>
            </p:nvSpPr>
            <p:spPr>
              <a:xfrm>
                <a:off x="1797" y="73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7" name="Google Shape;2607;p27"/>
              <p:cNvSpPr/>
              <p:nvPr/>
            </p:nvSpPr>
            <p:spPr>
              <a:xfrm>
                <a:off x="1831" y="76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p27"/>
              <p:cNvSpPr/>
              <p:nvPr/>
            </p:nvSpPr>
            <p:spPr>
              <a:xfrm>
                <a:off x="1865" y="79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9" name="Google Shape;2609;p27"/>
              <p:cNvSpPr/>
              <p:nvPr/>
            </p:nvSpPr>
            <p:spPr>
              <a:xfrm>
                <a:off x="1899" y="83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0" name="Google Shape;2610;p27"/>
              <p:cNvSpPr/>
              <p:nvPr/>
            </p:nvSpPr>
            <p:spPr>
              <a:xfrm>
                <a:off x="1933" y="86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1" name="Google Shape;2611;p27"/>
              <p:cNvSpPr/>
              <p:nvPr/>
            </p:nvSpPr>
            <p:spPr>
              <a:xfrm>
                <a:off x="1967" y="90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2" name="Google Shape;2612;p27"/>
              <p:cNvSpPr/>
              <p:nvPr/>
            </p:nvSpPr>
            <p:spPr>
              <a:xfrm>
                <a:off x="2001" y="93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3" name="Google Shape;2613;p27"/>
              <p:cNvSpPr/>
              <p:nvPr/>
            </p:nvSpPr>
            <p:spPr>
              <a:xfrm>
                <a:off x="2035" y="96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4" name="Google Shape;2614;p27"/>
              <p:cNvSpPr/>
              <p:nvPr/>
            </p:nvSpPr>
            <p:spPr>
              <a:xfrm>
                <a:off x="1361" y="34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5" name="Google Shape;2615;p27"/>
              <p:cNvSpPr/>
              <p:nvPr/>
            </p:nvSpPr>
            <p:spPr>
              <a:xfrm>
                <a:off x="1395" y="38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6" name="Google Shape;2616;p27"/>
              <p:cNvSpPr/>
              <p:nvPr/>
            </p:nvSpPr>
            <p:spPr>
              <a:xfrm>
                <a:off x="1430" y="41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7" name="Google Shape;2617;p27"/>
              <p:cNvSpPr/>
              <p:nvPr/>
            </p:nvSpPr>
            <p:spPr>
              <a:xfrm>
                <a:off x="1463" y="45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8" name="Google Shape;2618;p27"/>
              <p:cNvSpPr/>
              <p:nvPr/>
            </p:nvSpPr>
            <p:spPr>
              <a:xfrm>
                <a:off x="1497" y="486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9" name="Google Shape;2619;p27"/>
              <p:cNvSpPr/>
              <p:nvPr/>
            </p:nvSpPr>
            <p:spPr>
              <a:xfrm>
                <a:off x="1531" y="5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0" name="Google Shape;2620;p27"/>
              <p:cNvSpPr/>
              <p:nvPr/>
            </p:nvSpPr>
            <p:spPr>
              <a:xfrm>
                <a:off x="1566" y="555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1" name="Google Shape;2621;p27"/>
              <p:cNvSpPr/>
              <p:nvPr/>
            </p:nvSpPr>
            <p:spPr>
              <a:xfrm>
                <a:off x="1599" y="5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2" name="Google Shape;2622;p27"/>
              <p:cNvSpPr/>
              <p:nvPr/>
            </p:nvSpPr>
            <p:spPr>
              <a:xfrm>
                <a:off x="1633" y="6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3" name="Google Shape;2623;p27"/>
              <p:cNvSpPr/>
              <p:nvPr/>
            </p:nvSpPr>
            <p:spPr>
              <a:xfrm>
                <a:off x="1667" y="6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4" name="Google Shape;2624;p27"/>
              <p:cNvSpPr/>
              <p:nvPr/>
            </p:nvSpPr>
            <p:spPr>
              <a:xfrm>
                <a:off x="1701" y="6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5" name="Google Shape;2625;p27"/>
              <p:cNvSpPr/>
              <p:nvPr/>
            </p:nvSpPr>
            <p:spPr>
              <a:xfrm>
                <a:off x="1735" y="7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6" name="Google Shape;2626;p27"/>
              <p:cNvSpPr/>
              <p:nvPr/>
            </p:nvSpPr>
            <p:spPr>
              <a:xfrm>
                <a:off x="1769" y="7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7" name="Google Shape;2627;p27"/>
              <p:cNvSpPr/>
              <p:nvPr/>
            </p:nvSpPr>
            <p:spPr>
              <a:xfrm>
                <a:off x="1803" y="7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p27"/>
              <p:cNvSpPr/>
              <p:nvPr/>
            </p:nvSpPr>
            <p:spPr>
              <a:xfrm>
                <a:off x="1837" y="82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p27"/>
              <p:cNvSpPr/>
              <p:nvPr/>
            </p:nvSpPr>
            <p:spPr>
              <a:xfrm>
                <a:off x="1871" y="8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0" name="Google Shape;2630;p27"/>
              <p:cNvSpPr/>
              <p:nvPr/>
            </p:nvSpPr>
            <p:spPr>
              <a:xfrm>
                <a:off x="1905" y="8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1" name="Google Shape;2631;p27"/>
              <p:cNvSpPr/>
              <p:nvPr/>
            </p:nvSpPr>
            <p:spPr>
              <a:xfrm>
                <a:off x="1939" y="92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p27"/>
              <p:cNvSpPr/>
              <p:nvPr/>
            </p:nvSpPr>
            <p:spPr>
              <a:xfrm>
                <a:off x="1973" y="96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3" name="Google Shape;2633;p27"/>
              <p:cNvSpPr/>
              <p:nvPr/>
            </p:nvSpPr>
            <p:spPr>
              <a:xfrm>
                <a:off x="2007" y="99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4" name="Google Shape;2634;p27"/>
              <p:cNvSpPr/>
              <p:nvPr/>
            </p:nvSpPr>
            <p:spPr>
              <a:xfrm>
                <a:off x="1333" y="3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5" name="Google Shape;2635;p27"/>
              <p:cNvSpPr/>
              <p:nvPr/>
            </p:nvSpPr>
            <p:spPr>
              <a:xfrm>
                <a:off x="1367" y="4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6" name="Google Shape;2636;p27"/>
              <p:cNvSpPr/>
              <p:nvPr/>
            </p:nvSpPr>
            <p:spPr>
              <a:xfrm>
                <a:off x="1401" y="4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27"/>
              <p:cNvSpPr/>
              <p:nvPr/>
            </p:nvSpPr>
            <p:spPr>
              <a:xfrm>
                <a:off x="1435" y="4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8" name="Google Shape;2638;p27"/>
              <p:cNvSpPr/>
              <p:nvPr/>
            </p:nvSpPr>
            <p:spPr>
              <a:xfrm>
                <a:off x="1469" y="51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9" name="Google Shape;2639;p27"/>
              <p:cNvSpPr/>
              <p:nvPr/>
            </p:nvSpPr>
            <p:spPr>
              <a:xfrm>
                <a:off x="1503" y="54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0" name="Google Shape;2640;p27"/>
              <p:cNvSpPr/>
              <p:nvPr/>
            </p:nvSpPr>
            <p:spPr>
              <a:xfrm>
                <a:off x="1537" y="58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27"/>
              <p:cNvSpPr/>
              <p:nvPr/>
            </p:nvSpPr>
            <p:spPr>
              <a:xfrm>
                <a:off x="1571" y="61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2" name="Google Shape;2642;p27"/>
              <p:cNvSpPr/>
              <p:nvPr/>
            </p:nvSpPr>
            <p:spPr>
              <a:xfrm>
                <a:off x="1605" y="64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3" name="Google Shape;2643;p27"/>
              <p:cNvSpPr/>
              <p:nvPr/>
            </p:nvSpPr>
            <p:spPr>
              <a:xfrm>
                <a:off x="1639" y="684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4" name="Google Shape;2644;p27"/>
              <p:cNvSpPr/>
              <p:nvPr/>
            </p:nvSpPr>
            <p:spPr>
              <a:xfrm>
                <a:off x="1673" y="7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5" name="Google Shape;2645;p27"/>
              <p:cNvSpPr/>
              <p:nvPr/>
            </p:nvSpPr>
            <p:spPr>
              <a:xfrm>
                <a:off x="1707" y="7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6" name="Google Shape;2646;p27"/>
              <p:cNvSpPr/>
              <p:nvPr/>
            </p:nvSpPr>
            <p:spPr>
              <a:xfrm>
                <a:off x="1741" y="7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7" name="Google Shape;2647;p27"/>
              <p:cNvSpPr/>
              <p:nvPr/>
            </p:nvSpPr>
            <p:spPr>
              <a:xfrm>
                <a:off x="1775" y="8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8" name="Google Shape;2648;p27"/>
              <p:cNvSpPr/>
              <p:nvPr/>
            </p:nvSpPr>
            <p:spPr>
              <a:xfrm>
                <a:off x="1809" y="8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9" name="Google Shape;2649;p27"/>
              <p:cNvSpPr/>
              <p:nvPr/>
            </p:nvSpPr>
            <p:spPr>
              <a:xfrm>
                <a:off x="1844" y="88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0" name="Google Shape;2650;p27"/>
              <p:cNvSpPr/>
              <p:nvPr/>
            </p:nvSpPr>
            <p:spPr>
              <a:xfrm>
                <a:off x="1878" y="9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1" name="Google Shape;2651;p27"/>
              <p:cNvSpPr/>
              <p:nvPr/>
            </p:nvSpPr>
            <p:spPr>
              <a:xfrm>
                <a:off x="1912" y="9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2" name="Google Shape;2652;p27"/>
              <p:cNvSpPr/>
              <p:nvPr/>
            </p:nvSpPr>
            <p:spPr>
              <a:xfrm>
                <a:off x="1946" y="9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3" name="Google Shape;2653;p27"/>
              <p:cNvSpPr/>
              <p:nvPr/>
            </p:nvSpPr>
            <p:spPr>
              <a:xfrm>
                <a:off x="1980" y="10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4" name="Google Shape;2654;p27"/>
              <p:cNvSpPr/>
              <p:nvPr/>
            </p:nvSpPr>
            <p:spPr>
              <a:xfrm>
                <a:off x="1305" y="40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5" name="Google Shape;2655;p27"/>
              <p:cNvSpPr/>
              <p:nvPr/>
            </p:nvSpPr>
            <p:spPr>
              <a:xfrm>
                <a:off x="1339" y="4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6" name="Google Shape;2656;p27"/>
              <p:cNvSpPr/>
              <p:nvPr/>
            </p:nvSpPr>
            <p:spPr>
              <a:xfrm>
                <a:off x="1373" y="4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7" name="Google Shape;2657;p27"/>
              <p:cNvSpPr/>
              <p:nvPr/>
            </p:nvSpPr>
            <p:spPr>
              <a:xfrm>
                <a:off x="1407" y="50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8" name="Google Shape;2658;p27"/>
              <p:cNvSpPr/>
              <p:nvPr/>
            </p:nvSpPr>
            <p:spPr>
              <a:xfrm>
                <a:off x="1441" y="54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9" name="Google Shape;2659;p27"/>
              <p:cNvSpPr/>
              <p:nvPr/>
            </p:nvSpPr>
            <p:spPr>
              <a:xfrm>
                <a:off x="1475" y="57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0" name="Google Shape;2660;p27"/>
              <p:cNvSpPr/>
              <p:nvPr/>
            </p:nvSpPr>
            <p:spPr>
              <a:xfrm>
                <a:off x="1509" y="60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p27"/>
              <p:cNvSpPr/>
              <p:nvPr/>
            </p:nvSpPr>
            <p:spPr>
              <a:xfrm>
                <a:off x="1543" y="64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p27"/>
              <p:cNvSpPr/>
              <p:nvPr/>
            </p:nvSpPr>
            <p:spPr>
              <a:xfrm>
                <a:off x="1577" y="67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3" name="Google Shape;2663;p27"/>
              <p:cNvSpPr/>
              <p:nvPr/>
            </p:nvSpPr>
            <p:spPr>
              <a:xfrm>
                <a:off x="1611" y="7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4" name="Google Shape;2664;p27"/>
              <p:cNvSpPr/>
              <p:nvPr/>
            </p:nvSpPr>
            <p:spPr>
              <a:xfrm>
                <a:off x="1646" y="745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p27"/>
              <p:cNvSpPr/>
              <p:nvPr/>
            </p:nvSpPr>
            <p:spPr>
              <a:xfrm>
                <a:off x="1680" y="77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6" name="Google Shape;2666;p27"/>
              <p:cNvSpPr/>
              <p:nvPr/>
            </p:nvSpPr>
            <p:spPr>
              <a:xfrm>
                <a:off x="1715" y="81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7" name="Google Shape;2667;p27"/>
              <p:cNvSpPr/>
              <p:nvPr/>
            </p:nvSpPr>
            <p:spPr>
              <a:xfrm>
                <a:off x="1749" y="84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8" name="Google Shape;2668;p27"/>
              <p:cNvSpPr/>
              <p:nvPr/>
            </p:nvSpPr>
            <p:spPr>
              <a:xfrm>
                <a:off x="1782" y="882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p27"/>
              <p:cNvSpPr/>
              <p:nvPr/>
            </p:nvSpPr>
            <p:spPr>
              <a:xfrm>
                <a:off x="1816" y="9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27"/>
              <p:cNvSpPr/>
              <p:nvPr/>
            </p:nvSpPr>
            <p:spPr>
              <a:xfrm>
                <a:off x="1850" y="9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1" name="Google Shape;2671;p27"/>
              <p:cNvSpPr/>
              <p:nvPr/>
            </p:nvSpPr>
            <p:spPr>
              <a:xfrm>
                <a:off x="1884" y="9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2" name="Google Shape;2672;p27"/>
              <p:cNvSpPr/>
              <p:nvPr/>
            </p:nvSpPr>
            <p:spPr>
              <a:xfrm>
                <a:off x="1918" y="10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3" name="Google Shape;2673;p27"/>
              <p:cNvSpPr/>
              <p:nvPr/>
            </p:nvSpPr>
            <p:spPr>
              <a:xfrm>
                <a:off x="1952" y="10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p27"/>
              <p:cNvSpPr/>
              <p:nvPr/>
            </p:nvSpPr>
            <p:spPr>
              <a:xfrm>
                <a:off x="1277" y="43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5" name="Google Shape;2675;p27"/>
              <p:cNvSpPr/>
              <p:nvPr/>
            </p:nvSpPr>
            <p:spPr>
              <a:xfrm>
                <a:off x="1311" y="4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p27"/>
              <p:cNvSpPr/>
              <p:nvPr/>
            </p:nvSpPr>
            <p:spPr>
              <a:xfrm>
                <a:off x="1345" y="5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7" name="Google Shape;2677;p27"/>
              <p:cNvSpPr/>
              <p:nvPr/>
            </p:nvSpPr>
            <p:spPr>
              <a:xfrm>
                <a:off x="1380" y="5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8" name="Google Shape;2678;p27"/>
              <p:cNvSpPr/>
              <p:nvPr/>
            </p:nvSpPr>
            <p:spPr>
              <a:xfrm>
                <a:off x="1415" y="570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9" name="Google Shape;2679;p27"/>
              <p:cNvSpPr/>
              <p:nvPr/>
            </p:nvSpPr>
            <p:spPr>
              <a:xfrm>
                <a:off x="1448" y="60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p27"/>
              <p:cNvSpPr/>
              <p:nvPr/>
            </p:nvSpPr>
            <p:spPr>
              <a:xfrm>
                <a:off x="1482" y="63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1" name="Google Shape;2681;p27"/>
              <p:cNvSpPr/>
              <p:nvPr/>
            </p:nvSpPr>
            <p:spPr>
              <a:xfrm>
                <a:off x="1517" y="6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p27"/>
              <p:cNvSpPr/>
              <p:nvPr/>
            </p:nvSpPr>
            <p:spPr>
              <a:xfrm>
                <a:off x="1551" y="7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p27"/>
              <p:cNvSpPr/>
              <p:nvPr/>
            </p:nvSpPr>
            <p:spPr>
              <a:xfrm>
                <a:off x="1584" y="7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p27"/>
              <p:cNvSpPr/>
              <p:nvPr/>
            </p:nvSpPr>
            <p:spPr>
              <a:xfrm>
                <a:off x="1618" y="7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5" name="Google Shape;2685;p27"/>
              <p:cNvSpPr/>
              <p:nvPr/>
            </p:nvSpPr>
            <p:spPr>
              <a:xfrm>
                <a:off x="1653" y="8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6" name="Google Shape;2686;p27"/>
              <p:cNvSpPr/>
              <p:nvPr/>
            </p:nvSpPr>
            <p:spPr>
              <a:xfrm>
                <a:off x="1687" y="84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7" name="Google Shape;2687;p27"/>
              <p:cNvSpPr/>
              <p:nvPr/>
            </p:nvSpPr>
            <p:spPr>
              <a:xfrm>
                <a:off x="1720" y="87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8" name="Google Shape;2688;p27"/>
              <p:cNvSpPr/>
              <p:nvPr/>
            </p:nvSpPr>
            <p:spPr>
              <a:xfrm>
                <a:off x="1754" y="90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p27"/>
              <p:cNvSpPr/>
              <p:nvPr/>
            </p:nvSpPr>
            <p:spPr>
              <a:xfrm>
                <a:off x="1789" y="94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0" name="Google Shape;2690;p27"/>
              <p:cNvSpPr/>
              <p:nvPr/>
            </p:nvSpPr>
            <p:spPr>
              <a:xfrm>
                <a:off x="1823" y="97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1" name="Google Shape;2691;p27"/>
              <p:cNvSpPr/>
              <p:nvPr/>
            </p:nvSpPr>
            <p:spPr>
              <a:xfrm>
                <a:off x="1856" y="101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2" name="Google Shape;2692;p27"/>
              <p:cNvSpPr/>
              <p:nvPr/>
            </p:nvSpPr>
            <p:spPr>
              <a:xfrm>
                <a:off x="1890" y="104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3" name="Google Shape;2693;p27"/>
              <p:cNvSpPr/>
              <p:nvPr/>
            </p:nvSpPr>
            <p:spPr>
              <a:xfrm>
                <a:off x="1924" y="1080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p27"/>
              <p:cNvSpPr/>
              <p:nvPr/>
            </p:nvSpPr>
            <p:spPr>
              <a:xfrm>
                <a:off x="1250" y="46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5" name="Google Shape;2695;p27"/>
              <p:cNvSpPr/>
              <p:nvPr/>
            </p:nvSpPr>
            <p:spPr>
              <a:xfrm>
                <a:off x="1284" y="49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6" name="Google Shape;2696;p27"/>
              <p:cNvSpPr/>
              <p:nvPr/>
            </p:nvSpPr>
            <p:spPr>
              <a:xfrm>
                <a:off x="1318" y="529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7" name="Google Shape;2697;p27"/>
              <p:cNvSpPr/>
              <p:nvPr/>
            </p:nvSpPr>
            <p:spPr>
              <a:xfrm>
                <a:off x="1352" y="5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p27"/>
              <p:cNvSpPr/>
              <p:nvPr/>
            </p:nvSpPr>
            <p:spPr>
              <a:xfrm>
                <a:off x="1386" y="5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9" name="Google Shape;2699;p27"/>
              <p:cNvSpPr/>
              <p:nvPr/>
            </p:nvSpPr>
            <p:spPr>
              <a:xfrm>
                <a:off x="1420" y="6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0" name="Google Shape;2700;p27"/>
              <p:cNvSpPr/>
              <p:nvPr/>
            </p:nvSpPr>
            <p:spPr>
              <a:xfrm>
                <a:off x="1454" y="6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1" name="Google Shape;2701;p27"/>
              <p:cNvSpPr/>
              <p:nvPr/>
            </p:nvSpPr>
            <p:spPr>
              <a:xfrm>
                <a:off x="1489" y="7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2" name="Google Shape;2702;p27"/>
              <p:cNvSpPr/>
              <p:nvPr/>
            </p:nvSpPr>
            <p:spPr>
              <a:xfrm>
                <a:off x="1523" y="7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p27"/>
              <p:cNvSpPr/>
              <p:nvPr/>
            </p:nvSpPr>
            <p:spPr>
              <a:xfrm>
                <a:off x="1556" y="76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4" name="Google Shape;2704;p27"/>
              <p:cNvSpPr/>
              <p:nvPr/>
            </p:nvSpPr>
            <p:spPr>
              <a:xfrm>
                <a:off x="1590" y="8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5" name="Google Shape;2705;p27"/>
              <p:cNvSpPr/>
              <p:nvPr/>
            </p:nvSpPr>
            <p:spPr>
              <a:xfrm>
                <a:off x="1625" y="8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6" name="Google Shape;2706;p27"/>
              <p:cNvSpPr/>
              <p:nvPr/>
            </p:nvSpPr>
            <p:spPr>
              <a:xfrm>
                <a:off x="1659" y="87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p27"/>
              <p:cNvSpPr/>
              <p:nvPr/>
            </p:nvSpPr>
            <p:spPr>
              <a:xfrm>
                <a:off x="1692" y="90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8" name="Google Shape;2708;p27"/>
              <p:cNvSpPr/>
              <p:nvPr/>
            </p:nvSpPr>
            <p:spPr>
              <a:xfrm>
                <a:off x="1726" y="93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9" name="Google Shape;2709;p27"/>
              <p:cNvSpPr/>
              <p:nvPr/>
            </p:nvSpPr>
            <p:spPr>
              <a:xfrm>
                <a:off x="1761" y="9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p27"/>
              <p:cNvSpPr/>
              <p:nvPr/>
            </p:nvSpPr>
            <p:spPr>
              <a:xfrm>
                <a:off x="1795" y="10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1" name="Google Shape;2711;p27"/>
              <p:cNvSpPr/>
              <p:nvPr/>
            </p:nvSpPr>
            <p:spPr>
              <a:xfrm>
                <a:off x="1828" y="103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p27"/>
              <p:cNvSpPr/>
              <p:nvPr/>
            </p:nvSpPr>
            <p:spPr>
              <a:xfrm>
                <a:off x="1862" y="107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2" extrusionOk="0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3" name="Google Shape;2713;p27"/>
              <p:cNvSpPr/>
              <p:nvPr/>
            </p:nvSpPr>
            <p:spPr>
              <a:xfrm>
                <a:off x="1897" y="11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4" name="Google Shape;2714;p27"/>
              <p:cNvSpPr/>
              <p:nvPr/>
            </p:nvSpPr>
            <p:spPr>
              <a:xfrm>
                <a:off x="1222" y="4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5" name="Google Shape;2715;p27"/>
              <p:cNvSpPr/>
              <p:nvPr/>
            </p:nvSpPr>
            <p:spPr>
              <a:xfrm>
                <a:off x="1256" y="5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6" name="Google Shape;2716;p27"/>
              <p:cNvSpPr/>
              <p:nvPr/>
            </p:nvSpPr>
            <p:spPr>
              <a:xfrm>
                <a:off x="1290" y="5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7" name="Google Shape;2717;p27"/>
              <p:cNvSpPr/>
              <p:nvPr/>
            </p:nvSpPr>
            <p:spPr>
              <a:xfrm>
                <a:off x="1324" y="5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8" name="Google Shape;2718;p27"/>
              <p:cNvSpPr/>
              <p:nvPr/>
            </p:nvSpPr>
            <p:spPr>
              <a:xfrm>
                <a:off x="1358" y="62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p27"/>
              <p:cNvSpPr/>
              <p:nvPr/>
            </p:nvSpPr>
            <p:spPr>
              <a:xfrm>
                <a:off x="1392" y="65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0" name="Google Shape;2720;p27"/>
              <p:cNvSpPr/>
              <p:nvPr/>
            </p:nvSpPr>
            <p:spPr>
              <a:xfrm>
                <a:off x="1426" y="69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1" name="Google Shape;2721;p27"/>
              <p:cNvSpPr/>
              <p:nvPr/>
            </p:nvSpPr>
            <p:spPr>
              <a:xfrm>
                <a:off x="1460" y="727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2" name="Google Shape;2722;p27"/>
              <p:cNvSpPr/>
              <p:nvPr/>
            </p:nvSpPr>
            <p:spPr>
              <a:xfrm>
                <a:off x="1494" y="7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p27"/>
              <p:cNvSpPr/>
              <p:nvPr/>
            </p:nvSpPr>
            <p:spPr>
              <a:xfrm>
                <a:off x="1528" y="7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4" name="Google Shape;2724;p27"/>
              <p:cNvSpPr/>
              <p:nvPr/>
            </p:nvSpPr>
            <p:spPr>
              <a:xfrm>
                <a:off x="1562" y="8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5" name="Google Shape;2725;p27"/>
              <p:cNvSpPr/>
              <p:nvPr/>
            </p:nvSpPr>
            <p:spPr>
              <a:xfrm>
                <a:off x="1597" y="86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6" name="Google Shape;2726;p27"/>
              <p:cNvSpPr/>
              <p:nvPr/>
            </p:nvSpPr>
            <p:spPr>
              <a:xfrm>
                <a:off x="1630" y="89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7" name="Google Shape;2727;p27"/>
              <p:cNvSpPr/>
              <p:nvPr/>
            </p:nvSpPr>
            <p:spPr>
              <a:xfrm>
                <a:off x="1664" y="93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8" name="Google Shape;2728;p27"/>
              <p:cNvSpPr/>
              <p:nvPr/>
            </p:nvSpPr>
            <p:spPr>
              <a:xfrm>
                <a:off x="1698" y="96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9" name="Google Shape;2729;p27"/>
              <p:cNvSpPr/>
              <p:nvPr/>
            </p:nvSpPr>
            <p:spPr>
              <a:xfrm>
                <a:off x="1733" y="10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0" name="Google Shape;2730;p27"/>
              <p:cNvSpPr/>
              <p:nvPr/>
            </p:nvSpPr>
            <p:spPr>
              <a:xfrm>
                <a:off x="1767" y="10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1" name="Google Shape;2731;p27"/>
              <p:cNvSpPr/>
              <p:nvPr/>
            </p:nvSpPr>
            <p:spPr>
              <a:xfrm>
                <a:off x="1801" y="1067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2" name="Google Shape;2732;p27"/>
              <p:cNvSpPr/>
              <p:nvPr/>
            </p:nvSpPr>
            <p:spPr>
              <a:xfrm>
                <a:off x="1835" y="110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3" name="Google Shape;2733;p27"/>
              <p:cNvSpPr/>
              <p:nvPr/>
            </p:nvSpPr>
            <p:spPr>
              <a:xfrm>
                <a:off x="1870" y="11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4" name="Google Shape;2734;p27"/>
              <p:cNvSpPr/>
              <p:nvPr/>
            </p:nvSpPr>
            <p:spPr>
              <a:xfrm>
                <a:off x="1194" y="5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5" name="Google Shape;2735;p27"/>
              <p:cNvSpPr/>
              <p:nvPr/>
            </p:nvSpPr>
            <p:spPr>
              <a:xfrm>
                <a:off x="1228" y="5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6" name="Google Shape;2736;p27"/>
              <p:cNvSpPr/>
              <p:nvPr/>
            </p:nvSpPr>
            <p:spPr>
              <a:xfrm>
                <a:off x="1262" y="5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7" name="Google Shape;2737;p27"/>
              <p:cNvSpPr/>
              <p:nvPr/>
            </p:nvSpPr>
            <p:spPr>
              <a:xfrm>
                <a:off x="1296" y="6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8" name="Google Shape;2738;p27"/>
              <p:cNvSpPr/>
              <p:nvPr/>
            </p:nvSpPr>
            <p:spPr>
              <a:xfrm>
                <a:off x="1330" y="6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9" name="Google Shape;2739;p27"/>
              <p:cNvSpPr/>
              <p:nvPr/>
            </p:nvSpPr>
            <p:spPr>
              <a:xfrm>
                <a:off x="1364" y="6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0" name="Google Shape;2740;p27"/>
              <p:cNvSpPr/>
              <p:nvPr/>
            </p:nvSpPr>
            <p:spPr>
              <a:xfrm>
                <a:off x="1398" y="7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1" name="Google Shape;2741;p27"/>
              <p:cNvSpPr/>
              <p:nvPr/>
            </p:nvSpPr>
            <p:spPr>
              <a:xfrm>
                <a:off x="1432" y="7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2" name="Google Shape;2742;p27"/>
              <p:cNvSpPr/>
              <p:nvPr/>
            </p:nvSpPr>
            <p:spPr>
              <a:xfrm>
                <a:off x="1466" y="7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3" name="Google Shape;2743;p27"/>
              <p:cNvSpPr/>
              <p:nvPr/>
            </p:nvSpPr>
            <p:spPr>
              <a:xfrm>
                <a:off x="1500" y="82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4" name="Google Shape;2744;p27"/>
              <p:cNvSpPr/>
              <p:nvPr/>
            </p:nvSpPr>
            <p:spPr>
              <a:xfrm>
                <a:off x="1534" y="85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p27"/>
              <p:cNvSpPr/>
              <p:nvPr/>
            </p:nvSpPr>
            <p:spPr>
              <a:xfrm>
                <a:off x="1568" y="89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6" name="Google Shape;2746;p27"/>
              <p:cNvSpPr/>
              <p:nvPr/>
            </p:nvSpPr>
            <p:spPr>
              <a:xfrm>
                <a:off x="1603" y="925"/>
                <a:ext cx="22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7" name="Google Shape;2747;p27"/>
              <p:cNvSpPr/>
              <p:nvPr/>
            </p:nvSpPr>
            <p:spPr>
              <a:xfrm>
                <a:off x="1637" y="95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8" name="Google Shape;2748;p27"/>
              <p:cNvSpPr/>
              <p:nvPr/>
            </p:nvSpPr>
            <p:spPr>
              <a:xfrm>
                <a:off x="1671" y="99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9" name="Google Shape;2749;p27"/>
              <p:cNvSpPr/>
              <p:nvPr/>
            </p:nvSpPr>
            <p:spPr>
              <a:xfrm>
                <a:off x="1705" y="102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p27"/>
              <p:cNvSpPr/>
              <p:nvPr/>
            </p:nvSpPr>
            <p:spPr>
              <a:xfrm>
                <a:off x="1739" y="106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1" name="Google Shape;2751;p27"/>
              <p:cNvSpPr/>
              <p:nvPr/>
            </p:nvSpPr>
            <p:spPr>
              <a:xfrm>
                <a:off x="1773" y="1095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p27"/>
              <p:cNvSpPr/>
              <p:nvPr/>
            </p:nvSpPr>
            <p:spPr>
              <a:xfrm>
                <a:off x="1807" y="1129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p27"/>
              <p:cNvSpPr/>
              <p:nvPr/>
            </p:nvSpPr>
            <p:spPr>
              <a:xfrm>
                <a:off x="1841" y="1163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4" name="Google Shape;2754;p27"/>
              <p:cNvSpPr/>
              <p:nvPr/>
            </p:nvSpPr>
            <p:spPr>
              <a:xfrm>
                <a:off x="1166" y="54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5" name="Google Shape;2755;p27"/>
              <p:cNvSpPr/>
              <p:nvPr/>
            </p:nvSpPr>
            <p:spPr>
              <a:xfrm>
                <a:off x="1200" y="57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6" name="Google Shape;2756;p27"/>
              <p:cNvSpPr/>
              <p:nvPr/>
            </p:nvSpPr>
            <p:spPr>
              <a:xfrm>
                <a:off x="1234" y="61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7" name="Google Shape;2757;p27"/>
              <p:cNvSpPr/>
              <p:nvPr/>
            </p:nvSpPr>
            <p:spPr>
              <a:xfrm>
                <a:off x="1268" y="64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8" name="Google Shape;2758;p27"/>
              <p:cNvSpPr/>
              <p:nvPr/>
            </p:nvSpPr>
            <p:spPr>
              <a:xfrm>
                <a:off x="1302" y="68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9" name="Google Shape;2759;p27"/>
              <p:cNvSpPr/>
              <p:nvPr/>
            </p:nvSpPr>
            <p:spPr>
              <a:xfrm>
                <a:off x="1336" y="71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0" name="Google Shape;2760;p27"/>
              <p:cNvSpPr/>
              <p:nvPr/>
            </p:nvSpPr>
            <p:spPr>
              <a:xfrm>
                <a:off x="1371" y="748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1" name="Google Shape;2761;p27"/>
              <p:cNvSpPr/>
              <p:nvPr/>
            </p:nvSpPr>
            <p:spPr>
              <a:xfrm>
                <a:off x="1405" y="782"/>
                <a:ext cx="22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2" name="Google Shape;2762;p27"/>
              <p:cNvSpPr/>
              <p:nvPr/>
            </p:nvSpPr>
            <p:spPr>
              <a:xfrm>
                <a:off x="1439" y="81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3" name="Google Shape;2763;p27"/>
              <p:cNvSpPr/>
              <p:nvPr/>
            </p:nvSpPr>
            <p:spPr>
              <a:xfrm>
                <a:off x="1473" y="85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4" name="Google Shape;2764;p27"/>
              <p:cNvSpPr/>
              <p:nvPr/>
            </p:nvSpPr>
            <p:spPr>
              <a:xfrm>
                <a:off x="1507" y="88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5" name="Google Shape;2765;p27"/>
              <p:cNvSpPr/>
              <p:nvPr/>
            </p:nvSpPr>
            <p:spPr>
              <a:xfrm>
                <a:off x="1541" y="91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6" name="Google Shape;2766;p27"/>
              <p:cNvSpPr/>
              <p:nvPr/>
            </p:nvSpPr>
            <p:spPr>
              <a:xfrm>
                <a:off x="1575" y="952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7" name="Google Shape;2767;p27"/>
              <p:cNvSpPr/>
              <p:nvPr/>
            </p:nvSpPr>
            <p:spPr>
              <a:xfrm>
                <a:off x="1609" y="986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8" name="Google Shape;2768;p27"/>
              <p:cNvSpPr/>
              <p:nvPr/>
            </p:nvSpPr>
            <p:spPr>
              <a:xfrm>
                <a:off x="1643" y="1020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9" name="Google Shape;2769;p27"/>
              <p:cNvSpPr/>
              <p:nvPr/>
            </p:nvSpPr>
            <p:spPr>
              <a:xfrm>
                <a:off x="1677" y="1054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0" name="Google Shape;2770;p27"/>
              <p:cNvSpPr/>
              <p:nvPr/>
            </p:nvSpPr>
            <p:spPr>
              <a:xfrm>
                <a:off x="1711" y="1088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1" name="Google Shape;2771;p27"/>
              <p:cNvSpPr/>
              <p:nvPr/>
            </p:nvSpPr>
            <p:spPr>
              <a:xfrm>
                <a:off x="1745" y="1123"/>
                <a:ext cx="23" cy="2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101" extrusionOk="0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2" name="Google Shape;2772;p27"/>
              <p:cNvSpPr/>
              <p:nvPr/>
            </p:nvSpPr>
            <p:spPr>
              <a:xfrm>
                <a:off x="1779" y="1157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1" extrusionOk="0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3" name="Google Shape;2773;p27"/>
              <p:cNvSpPr/>
              <p:nvPr/>
            </p:nvSpPr>
            <p:spPr>
              <a:xfrm>
                <a:off x="1813" y="1191"/>
                <a:ext cx="23" cy="23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102" extrusionOk="0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4" name="Google Shape;2774;p27"/>
            <p:cNvSpPr/>
            <p:nvPr/>
          </p:nvSpPr>
          <p:spPr>
            <a:xfrm>
              <a:off x="565757" y="9080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27"/>
            <p:cNvSpPr/>
            <p:nvPr/>
          </p:nvSpPr>
          <p:spPr>
            <a:xfrm>
              <a:off x="621319" y="96202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27"/>
            <p:cNvSpPr/>
            <p:nvPr/>
          </p:nvSpPr>
          <p:spPr>
            <a:xfrm>
              <a:off x="675294" y="10160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27"/>
            <p:cNvSpPr/>
            <p:nvPr/>
          </p:nvSpPr>
          <p:spPr>
            <a:xfrm>
              <a:off x="729269" y="10699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27"/>
            <p:cNvSpPr/>
            <p:nvPr/>
          </p:nvSpPr>
          <p:spPr>
            <a:xfrm>
              <a:off x="783244" y="11239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27"/>
            <p:cNvSpPr/>
            <p:nvPr/>
          </p:nvSpPr>
          <p:spPr>
            <a:xfrm>
              <a:off x="837219" y="11779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27"/>
            <p:cNvSpPr/>
            <p:nvPr/>
          </p:nvSpPr>
          <p:spPr>
            <a:xfrm>
              <a:off x="891194" y="12319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27"/>
            <p:cNvSpPr/>
            <p:nvPr/>
          </p:nvSpPr>
          <p:spPr>
            <a:xfrm>
              <a:off x="945169" y="12858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27"/>
            <p:cNvSpPr/>
            <p:nvPr/>
          </p:nvSpPr>
          <p:spPr>
            <a:xfrm>
              <a:off x="999144" y="13398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27"/>
            <p:cNvSpPr/>
            <p:nvPr/>
          </p:nvSpPr>
          <p:spPr>
            <a:xfrm>
              <a:off x="1053119" y="13938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27"/>
            <p:cNvSpPr/>
            <p:nvPr/>
          </p:nvSpPr>
          <p:spPr>
            <a:xfrm>
              <a:off x="1107094" y="14478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27"/>
            <p:cNvSpPr/>
            <p:nvPr/>
          </p:nvSpPr>
          <p:spPr>
            <a:xfrm>
              <a:off x="1161069" y="15017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27"/>
            <p:cNvSpPr/>
            <p:nvPr/>
          </p:nvSpPr>
          <p:spPr>
            <a:xfrm>
              <a:off x="1215044" y="15557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27"/>
            <p:cNvSpPr/>
            <p:nvPr/>
          </p:nvSpPr>
          <p:spPr>
            <a:xfrm>
              <a:off x="1269019" y="16097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27"/>
            <p:cNvSpPr/>
            <p:nvPr/>
          </p:nvSpPr>
          <p:spPr>
            <a:xfrm>
              <a:off x="1322994" y="16637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27"/>
            <p:cNvSpPr/>
            <p:nvPr/>
          </p:nvSpPr>
          <p:spPr>
            <a:xfrm>
              <a:off x="1376969" y="1717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27"/>
            <p:cNvSpPr/>
            <p:nvPr/>
          </p:nvSpPr>
          <p:spPr>
            <a:xfrm>
              <a:off x="1430944" y="17716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27"/>
            <p:cNvSpPr/>
            <p:nvPr/>
          </p:nvSpPr>
          <p:spPr>
            <a:xfrm>
              <a:off x="1484919" y="18256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27"/>
            <p:cNvSpPr/>
            <p:nvPr/>
          </p:nvSpPr>
          <p:spPr>
            <a:xfrm>
              <a:off x="1538894" y="18796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27"/>
            <p:cNvSpPr/>
            <p:nvPr/>
          </p:nvSpPr>
          <p:spPr>
            <a:xfrm>
              <a:off x="1592869" y="19335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27"/>
            <p:cNvSpPr/>
            <p:nvPr/>
          </p:nvSpPr>
          <p:spPr>
            <a:xfrm>
              <a:off x="522894" y="9509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27"/>
            <p:cNvSpPr/>
            <p:nvPr/>
          </p:nvSpPr>
          <p:spPr>
            <a:xfrm>
              <a:off x="576869" y="10048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27"/>
            <p:cNvSpPr/>
            <p:nvPr/>
          </p:nvSpPr>
          <p:spPr>
            <a:xfrm>
              <a:off x="630844" y="10588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27"/>
            <p:cNvSpPr/>
            <p:nvPr/>
          </p:nvSpPr>
          <p:spPr>
            <a:xfrm>
              <a:off x="684819" y="11128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27"/>
            <p:cNvSpPr/>
            <p:nvPr/>
          </p:nvSpPr>
          <p:spPr>
            <a:xfrm>
              <a:off x="738794" y="11668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27"/>
            <p:cNvSpPr/>
            <p:nvPr/>
          </p:nvSpPr>
          <p:spPr>
            <a:xfrm>
              <a:off x="792769" y="1222375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27"/>
            <p:cNvSpPr/>
            <p:nvPr/>
          </p:nvSpPr>
          <p:spPr>
            <a:xfrm>
              <a:off x="846744" y="12763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27"/>
            <p:cNvSpPr/>
            <p:nvPr/>
          </p:nvSpPr>
          <p:spPr>
            <a:xfrm>
              <a:off x="900719" y="13303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27"/>
            <p:cNvSpPr/>
            <p:nvPr/>
          </p:nvSpPr>
          <p:spPr>
            <a:xfrm>
              <a:off x="954694" y="13843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27"/>
            <p:cNvSpPr/>
            <p:nvPr/>
          </p:nvSpPr>
          <p:spPr>
            <a:xfrm>
              <a:off x="1008669" y="14382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27"/>
            <p:cNvSpPr/>
            <p:nvPr/>
          </p:nvSpPr>
          <p:spPr>
            <a:xfrm>
              <a:off x="1062644" y="14922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27"/>
            <p:cNvSpPr/>
            <p:nvPr/>
          </p:nvSpPr>
          <p:spPr>
            <a:xfrm>
              <a:off x="1116619" y="15462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27"/>
            <p:cNvSpPr/>
            <p:nvPr/>
          </p:nvSpPr>
          <p:spPr>
            <a:xfrm>
              <a:off x="1170594" y="16002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27"/>
            <p:cNvSpPr/>
            <p:nvPr/>
          </p:nvSpPr>
          <p:spPr>
            <a:xfrm>
              <a:off x="1224569" y="16541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27"/>
            <p:cNvSpPr/>
            <p:nvPr/>
          </p:nvSpPr>
          <p:spPr>
            <a:xfrm>
              <a:off x="1278544" y="17081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27"/>
            <p:cNvSpPr/>
            <p:nvPr/>
          </p:nvSpPr>
          <p:spPr>
            <a:xfrm>
              <a:off x="1332519" y="17621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27"/>
            <p:cNvSpPr/>
            <p:nvPr/>
          </p:nvSpPr>
          <p:spPr>
            <a:xfrm>
              <a:off x="1386494" y="18161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27"/>
            <p:cNvSpPr/>
            <p:nvPr/>
          </p:nvSpPr>
          <p:spPr>
            <a:xfrm>
              <a:off x="1440469" y="18700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27"/>
            <p:cNvSpPr/>
            <p:nvPr/>
          </p:nvSpPr>
          <p:spPr>
            <a:xfrm>
              <a:off x="1494444" y="19240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2" extrusionOk="0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27"/>
            <p:cNvSpPr/>
            <p:nvPr/>
          </p:nvSpPr>
          <p:spPr>
            <a:xfrm>
              <a:off x="1550007" y="197802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27"/>
            <p:cNvSpPr/>
            <p:nvPr/>
          </p:nvSpPr>
          <p:spPr>
            <a:xfrm>
              <a:off x="478444" y="9953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27"/>
            <p:cNvSpPr/>
            <p:nvPr/>
          </p:nvSpPr>
          <p:spPr>
            <a:xfrm>
              <a:off x="532419" y="10493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27"/>
            <p:cNvSpPr/>
            <p:nvPr/>
          </p:nvSpPr>
          <p:spPr>
            <a:xfrm>
              <a:off x="587982" y="1104900"/>
              <a:ext cx="33338" cy="33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27"/>
            <p:cNvSpPr/>
            <p:nvPr/>
          </p:nvSpPr>
          <p:spPr>
            <a:xfrm>
              <a:off x="640369" y="11572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27"/>
            <p:cNvSpPr/>
            <p:nvPr/>
          </p:nvSpPr>
          <p:spPr>
            <a:xfrm>
              <a:off x="694344" y="12112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27"/>
            <p:cNvSpPr/>
            <p:nvPr/>
          </p:nvSpPr>
          <p:spPr>
            <a:xfrm>
              <a:off x="748319" y="12652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27"/>
            <p:cNvSpPr/>
            <p:nvPr/>
          </p:nvSpPr>
          <p:spPr>
            <a:xfrm>
              <a:off x="802294" y="131921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27"/>
            <p:cNvSpPr/>
            <p:nvPr/>
          </p:nvSpPr>
          <p:spPr>
            <a:xfrm>
              <a:off x="856269" y="137318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27"/>
            <p:cNvSpPr/>
            <p:nvPr/>
          </p:nvSpPr>
          <p:spPr>
            <a:xfrm>
              <a:off x="910244" y="1427163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27"/>
            <p:cNvSpPr/>
            <p:nvPr/>
          </p:nvSpPr>
          <p:spPr>
            <a:xfrm>
              <a:off x="964219" y="1481138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27"/>
            <p:cNvSpPr/>
            <p:nvPr/>
          </p:nvSpPr>
          <p:spPr>
            <a:xfrm>
              <a:off x="1018194" y="1536700"/>
              <a:ext cx="36513" cy="34925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27"/>
            <p:cNvSpPr/>
            <p:nvPr/>
          </p:nvSpPr>
          <p:spPr>
            <a:xfrm>
              <a:off x="1072169" y="15906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27"/>
            <p:cNvSpPr/>
            <p:nvPr/>
          </p:nvSpPr>
          <p:spPr>
            <a:xfrm>
              <a:off x="1126144" y="16446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27"/>
            <p:cNvSpPr/>
            <p:nvPr/>
          </p:nvSpPr>
          <p:spPr>
            <a:xfrm>
              <a:off x="1180119" y="16986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27"/>
            <p:cNvSpPr/>
            <p:nvPr/>
          </p:nvSpPr>
          <p:spPr>
            <a:xfrm>
              <a:off x="1235682" y="1752600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27"/>
            <p:cNvSpPr/>
            <p:nvPr/>
          </p:nvSpPr>
          <p:spPr>
            <a:xfrm>
              <a:off x="1289657" y="18065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27"/>
            <p:cNvSpPr/>
            <p:nvPr/>
          </p:nvSpPr>
          <p:spPr>
            <a:xfrm>
              <a:off x="1343632" y="186055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27"/>
            <p:cNvSpPr/>
            <p:nvPr/>
          </p:nvSpPr>
          <p:spPr>
            <a:xfrm>
              <a:off x="1397607" y="191452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2" extrusionOk="0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27"/>
            <p:cNvSpPr/>
            <p:nvPr/>
          </p:nvSpPr>
          <p:spPr>
            <a:xfrm>
              <a:off x="1451582" y="1968500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1" h="1101" extrusionOk="0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27"/>
            <p:cNvSpPr/>
            <p:nvPr/>
          </p:nvSpPr>
          <p:spPr>
            <a:xfrm>
              <a:off x="1505557" y="2022475"/>
              <a:ext cx="36513" cy="36513"/>
            </a:xfrm>
            <a:custGeom>
              <a:avLst/>
              <a:gdLst/>
              <a:ahLst/>
              <a:cxnLst/>
              <a:rect l="l" t="t" r="r" b="b"/>
              <a:pathLst>
                <a:path w="1102" h="1101" extrusionOk="0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4" name="Google Shape;2834;p27"/>
          <p:cNvSpPr/>
          <p:nvPr/>
        </p:nvSpPr>
        <p:spPr>
          <a:xfrm>
            <a:off x="8403036" y="5870048"/>
            <a:ext cx="740964" cy="987952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5" name="Google Shape;2835;p27"/>
          <p:cNvSpPr/>
          <p:nvPr/>
        </p:nvSpPr>
        <p:spPr>
          <a:xfrm>
            <a:off x="-1093603" y="4015455"/>
            <a:ext cx="2187206" cy="3434040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4886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59"/>
          <p:cNvSpPr txBox="1">
            <a:spLocks noGrp="1"/>
          </p:cNvSpPr>
          <p:nvPr>
            <p:ph type="title"/>
          </p:nvPr>
        </p:nvSpPr>
        <p:spPr>
          <a:xfrm>
            <a:off x="716775" y="681200"/>
            <a:ext cx="77106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2195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063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obj">
  <p:cSld name="Title and body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723900" y="736599"/>
            <a:ext cx="7696200" cy="85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2" name="Google Shape;252;p16"/>
          <p:cNvSpPr txBox="1">
            <a:spLocks noGrp="1"/>
          </p:cNvSpPr>
          <p:nvPr>
            <p:ph type="body" idx="1"/>
          </p:nvPr>
        </p:nvSpPr>
        <p:spPr>
          <a:xfrm>
            <a:off x="723900" y="1667482"/>
            <a:ext cx="7696200" cy="43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276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59"/>
          <p:cNvSpPr txBox="1">
            <a:spLocks noGrp="1"/>
          </p:cNvSpPr>
          <p:nvPr>
            <p:ph type="title"/>
          </p:nvPr>
        </p:nvSpPr>
        <p:spPr>
          <a:xfrm>
            <a:off x="716775" y="681200"/>
            <a:ext cx="77106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3609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535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59"/>
          <p:cNvSpPr txBox="1">
            <a:spLocks noGrp="1"/>
          </p:cNvSpPr>
          <p:nvPr>
            <p:ph type="title"/>
          </p:nvPr>
        </p:nvSpPr>
        <p:spPr>
          <a:xfrm>
            <a:off x="716775" y="681200"/>
            <a:ext cx="77106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815922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780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59"/>
          <p:cNvSpPr txBox="1">
            <a:spLocks noGrp="1"/>
          </p:cNvSpPr>
          <p:nvPr>
            <p:ph type="title"/>
          </p:nvPr>
        </p:nvSpPr>
        <p:spPr>
          <a:xfrm>
            <a:off x="716775" y="681200"/>
            <a:ext cx="77106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01966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705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59"/>
          <p:cNvSpPr txBox="1">
            <a:spLocks noGrp="1"/>
          </p:cNvSpPr>
          <p:nvPr>
            <p:ph type="title"/>
          </p:nvPr>
        </p:nvSpPr>
        <p:spPr>
          <a:xfrm>
            <a:off x="716775" y="681200"/>
            <a:ext cx="77106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6735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05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723900" y="736600"/>
            <a:ext cx="7696200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723900" y="1825626"/>
            <a:ext cx="7696200" cy="429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723900" y="6356351"/>
            <a:ext cx="1962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1962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020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8">
          <p15:clr>
            <a:srgbClr val="F26B43"/>
          </p15:clr>
        </p15:guide>
        <p15:guide id="2" orient="horz" pos="2892">
          <p15:clr>
            <a:srgbClr val="F26B43"/>
          </p15:clr>
        </p15:guide>
        <p15:guide id="3" pos="456">
          <p15:clr>
            <a:srgbClr val="F26B43"/>
          </p15:clr>
        </p15:guide>
        <p15:guide id="4" pos="5304">
          <p15:clr>
            <a:srgbClr val="F26B43"/>
          </p15:clr>
        </p15:guide>
        <p15:guide id="5" pos="2880">
          <p15:clr>
            <a:srgbClr val="F26B43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58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8" name="Google Shape;2838;p58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3426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58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8" name="Google Shape;2838;p58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1247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58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8" name="Google Shape;2838;p58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09708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58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8" name="Google Shape;2838;p58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19724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58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8" name="Google Shape;2838;p58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95881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993" y="660578"/>
            <a:ext cx="6740013" cy="639763"/>
          </a:xfrm>
        </p:spPr>
        <p:txBody>
          <a:bodyPr>
            <a:normAutofit/>
          </a:bodyPr>
          <a:lstStyle/>
          <a:p>
            <a:r>
              <a:rPr lang="en-IN" dirty="0"/>
              <a:t>Supply Chain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sz="2000" dirty="0"/>
              <a:t>Tools: Excel | MySQL | Power BI | Tableau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sz="2000" dirty="0"/>
              <a:t>Team: Group</a:t>
            </a:r>
            <a:r>
              <a:rPr lang="en-IN" sz="2000" dirty="0"/>
              <a:t> No.</a:t>
            </a:r>
            <a:r>
              <a:rPr sz="2000" dirty="0"/>
              <a:t> </a:t>
            </a:r>
            <a:r>
              <a:rPr lang="en-IN" sz="2000" dirty="0"/>
              <a:t>1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Members: </a:t>
            </a:r>
          </a:p>
          <a:p>
            <a:pPr marL="0" indent="0"/>
            <a:r>
              <a:rPr lang="en-IN" sz="2000" dirty="0"/>
              <a:t>	1. Inamdar Faran</a:t>
            </a:r>
          </a:p>
          <a:p>
            <a:pPr marL="0" indent="0"/>
            <a:r>
              <a:rPr lang="en-IN" sz="2000" dirty="0"/>
              <a:t>	2. Sahima Mukadam</a:t>
            </a:r>
          </a:p>
          <a:p>
            <a:pPr marL="0" indent="0"/>
            <a:r>
              <a:rPr lang="en-IN" sz="2000" dirty="0"/>
              <a:t>	3. Vishal Sopan </a:t>
            </a:r>
            <a:r>
              <a:rPr lang="en-IN" sz="2000" dirty="0" err="1"/>
              <a:t>Godase</a:t>
            </a:r>
            <a:endParaRPr lang="en-IN" sz="2000" dirty="0"/>
          </a:p>
          <a:p>
            <a:pPr marL="0" indent="0"/>
            <a:r>
              <a:rPr lang="en-IN" sz="2000" dirty="0"/>
              <a:t>	4. </a:t>
            </a:r>
            <a:r>
              <a:rPr lang="en-IN" sz="2000" dirty="0" err="1"/>
              <a:t>Peetla</a:t>
            </a:r>
            <a:r>
              <a:rPr lang="en-IN" sz="2000" dirty="0"/>
              <a:t> </a:t>
            </a:r>
            <a:r>
              <a:rPr lang="en-IN" sz="2000" dirty="0" err="1"/>
              <a:t>Pranai</a:t>
            </a:r>
            <a:r>
              <a:rPr lang="en-IN" sz="2000" dirty="0"/>
              <a:t> Sai</a:t>
            </a:r>
          </a:p>
          <a:p>
            <a:pPr marL="0" indent="0"/>
            <a:r>
              <a:rPr lang="en-IN" sz="2000" dirty="0"/>
              <a:t>	5. </a:t>
            </a:r>
            <a:r>
              <a:rPr lang="en-IN" sz="2000" dirty="0" err="1"/>
              <a:t>Damarla</a:t>
            </a:r>
            <a:r>
              <a:rPr lang="en-IN" sz="2000" dirty="0"/>
              <a:t> Sneha</a:t>
            </a:r>
          </a:p>
          <a:p>
            <a:pPr marL="0" indent="0"/>
            <a:r>
              <a:rPr lang="en-IN" sz="2000" dirty="0"/>
              <a:t>	6. Rajni </a:t>
            </a:r>
            <a:r>
              <a:rPr lang="en-IN" sz="2000" dirty="0" err="1"/>
              <a:t>Devrara</a:t>
            </a:r>
            <a:endParaRPr lang="en-IN" sz="2000" dirty="0"/>
          </a:p>
          <a:p>
            <a:pPr marL="0" indent="0"/>
            <a:r>
              <a:rPr lang="en-IN" sz="2000" dirty="0"/>
              <a:t>	7. </a:t>
            </a:r>
            <a:r>
              <a:rPr lang="en-IN" sz="2000" dirty="0" err="1"/>
              <a:t>Thuniki</a:t>
            </a:r>
            <a:r>
              <a:rPr lang="en-IN" sz="2000" dirty="0"/>
              <a:t> Supriya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2000" dirty="0"/>
              <a:t>To analyze inventory levels and supply chain performance in order to identify inefficiencies, stock risks, and demand–supply gaps. </a:t>
            </a:r>
            <a:r>
              <a:rPr sz="2000" dirty="0"/>
              <a:t>Support data-driven decisions</a:t>
            </a:r>
            <a:endParaRPr lang="en-IN" sz="2000" dirty="0"/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2000" dirty="0"/>
              <a:t>To build an interactive dashboard that enables data-driven decisions for inventory optimization, supplier evaluation, and operational planning.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sz="2000" dirty="0"/>
              <a:t>Excel </a:t>
            </a:r>
            <a:endParaRPr lang="en-IN" sz="20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Tableau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Power BI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MySQL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sz="2000" dirty="0"/>
              <a:t>Data import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sz="2000" dirty="0"/>
              <a:t>Data modeling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sz="2000" dirty="0"/>
              <a:t>KPI creation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sz="2000" dirty="0"/>
              <a:t>Dashboard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KPIs (Inventory)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Total Sales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Product Wise Sales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State Wise Sales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Top 5 Store Wise Sales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Total Inventory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Inventory Value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000" dirty="0"/>
              <a:t>Purchase Method Wise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3F4F-70FD-F5F1-152C-10D6E4C3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FFBA-5BA0-9BE8-4C9B-11DB78B4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KPIs (Supply Chain)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5B4AD-5D80-D094-B37A-52833A9AE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Total Orders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Average Order Value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Orders by Region/Country/City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Stock on Hand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Inventory Turnover Ratio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Transportation Cost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On-Time Delivery %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Average Delay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Orders by Ship Mode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Demand vs Actual Sales Trend</a:t>
            </a:r>
            <a:endParaRPr lang="en-IN" sz="2000" dirty="0"/>
          </a:p>
          <a:p>
            <a:pPr marL="228600" indent="0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2012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</a:t>
            </a:r>
            <a:r>
              <a:rPr lang="en-IN" dirty="0"/>
              <a:t>: Excel (Inventory)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D2E7D-62E4-46E1-FEEC-312ADE0C9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0" y="1667482"/>
            <a:ext cx="8052619" cy="2928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52B94-AB65-1D72-6542-C23448D7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739F-B659-DF05-2F7E-DE55A9EA7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</a:t>
            </a:r>
            <a:r>
              <a:rPr lang="en-IN" dirty="0"/>
              <a:t>: Excel (Supply Chain)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72DB-5E51-720F-6153-80441859E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3EC89-7F2F-D514-2CB3-B3BDE3B69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3" y="1667482"/>
            <a:ext cx="8721213" cy="310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9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3F86-5346-B52C-A261-28A4DBFE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C5DC-3371-546C-B89F-3FE4D3E9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</a:t>
            </a:r>
            <a:r>
              <a:rPr lang="en-IN" dirty="0"/>
              <a:t>: Tableau (Inventory)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1D5D9-F939-1DDB-D31D-816AABF4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428EB-C3ED-C095-AA01-D4C6610A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1500718"/>
            <a:ext cx="8573729" cy="413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1BAE1-E257-294F-EB6B-DD8F9B51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0E1D7-58F8-0808-507D-63AA0B69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Dashboard</a:t>
            </a:r>
            <a:r>
              <a:rPr lang="en-IN" dirty="0"/>
              <a:t>: Tableau (Supply Chain)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E4F3D-4A20-1691-C4C5-4DB2F3722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C1E04-EC03-FF6A-D505-767EF40D2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478924"/>
            <a:ext cx="8420100" cy="405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24D3E-4AAD-71E0-F7C6-56BF1BC9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1763-1BC2-FE54-611B-91F36B136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</a:t>
            </a:r>
            <a:r>
              <a:rPr lang="en-IN" dirty="0"/>
              <a:t>: </a:t>
            </a:r>
            <a:r>
              <a:rPr lang="en-IN" dirty="0" err="1"/>
              <a:t>PowerBI</a:t>
            </a:r>
            <a:r>
              <a:rPr lang="en-IN" dirty="0"/>
              <a:t> (Inventory)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9E4A-7790-5781-C3E8-7B52D4F44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99DC3-373F-85A7-1209-1063CED11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1290397"/>
            <a:ext cx="8318090" cy="45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39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071A-CE15-FF93-5887-B104668AB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2E9C-BCD0-48C0-09D8-FA53E56FC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Dashboard</a:t>
            </a:r>
            <a:r>
              <a:rPr lang="en-IN" dirty="0"/>
              <a:t>: </a:t>
            </a:r>
            <a:r>
              <a:rPr lang="en-IN" dirty="0" err="1"/>
              <a:t>PowerBI</a:t>
            </a:r>
            <a:r>
              <a:rPr lang="en-IN" dirty="0"/>
              <a:t> (Supply Chain)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48BD8-053B-43D8-AA8E-24E1B75FB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DB365-84CD-7615-2669-28B2DA0A9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1281747"/>
            <a:ext cx="8239432" cy="462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7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A67A-DD0C-F1E7-905B-85945674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F673-1992-70AB-3A4D-BC0F1363A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 Script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CA13-B9F7-7020-DF64-A4D5322CA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BC2D67-DA61-BA03-F937-92922B12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49" y="1882883"/>
            <a:ext cx="7669102" cy="405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21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sz="2000" dirty="0"/>
              <a:t>Data </a:t>
            </a:r>
            <a:r>
              <a:rPr lang="en-IN" sz="2000" dirty="0"/>
              <a:t>cleaning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Integrating multiple datasets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Dashboard slicer limitations when combining multiple visuals and KPIs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Sales peaked in 2022, declined sharply in 2023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YoY growth turned negative in recent year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Arts &amp; Entertainment highest revenue-generating category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Transportation costs significantly impact total cost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Inventory levels high relative to sales trend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Conclusio</a:t>
            </a:r>
            <a:r>
              <a:rPr lang="en-IN" dirty="0"/>
              <a:t>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Successfully built an end-to-end analytics pipeline using Excel, MySQL, and BI tools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Created a scalable data model and calendar structure for time-based analysis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Developed meaningful KPIs and dashboards for decision-making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analysis provides clear visibility into pricing, ratings, services, and location trends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D564A84-52FB-4F15-A0C8-084252671081}" vid="{2F98E882-E61C-43CB-896C-75E884CC80A2}"/>
    </a:ext>
  </a:extLst>
</a:theme>
</file>

<file path=ppt/theme/theme2.xml><?xml version="1.0" encoding="utf-8"?>
<a:theme xmlns:a="http://schemas.openxmlformats.org/drawingml/2006/main" name="Slidesgo Final Pages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Slidesgo Final Pages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Slidesgo Final Pages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Slidesgo Final Pages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103</TotalTime>
  <Words>334</Words>
  <Application>Microsoft Office PowerPoint</Application>
  <PresentationFormat>On-screen Show (4:3)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Anaheim</vt:lpstr>
      <vt:lpstr>Arial</vt:lpstr>
      <vt:lpstr>Arimo</vt:lpstr>
      <vt:lpstr>Bebas Neue</vt:lpstr>
      <vt:lpstr>Calibri</vt:lpstr>
      <vt:lpstr>Poppins ExtraBold</vt:lpstr>
      <vt:lpstr>Proxima Nova</vt:lpstr>
      <vt:lpstr>Wingdings</vt:lpstr>
      <vt:lpstr>Theme1</vt:lpstr>
      <vt:lpstr>Slidesgo Final Pages</vt:lpstr>
      <vt:lpstr>1_Slidesgo Final Pages</vt:lpstr>
      <vt:lpstr>2_Slidesgo Final Pages</vt:lpstr>
      <vt:lpstr>3_Slidesgo Final Pages</vt:lpstr>
      <vt:lpstr>4_Slidesgo Final Pages</vt:lpstr>
      <vt:lpstr>Supply Chain Management</vt:lpstr>
      <vt:lpstr>Objective</vt:lpstr>
      <vt:lpstr>Tools Used</vt:lpstr>
      <vt:lpstr>Methodology</vt:lpstr>
      <vt:lpstr>KPIs (Inventory)</vt:lpstr>
      <vt:lpstr>KPIs (Supply Chain)</vt:lpstr>
      <vt:lpstr>Dashboard: Excel (Inventory)</vt:lpstr>
      <vt:lpstr>Dashboard: Excel (Supply Chain)</vt:lpstr>
      <vt:lpstr>Dashboard: Tableau (Inventory)</vt:lpstr>
      <vt:lpstr>Dashboard: Tableau (Supply Chain)</vt:lpstr>
      <vt:lpstr>Dashboard: PowerBI (Inventory)</vt:lpstr>
      <vt:lpstr>Dashboard: PowerBI (Supply Chain)</vt:lpstr>
      <vt:lpstr>MySQL Script</vt:lpstr>
      <vt:lpstr>Challenges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Faran Inamdar</dc:creator>
  <cp:keywords/>
  <dc:description>generated using python-pptx</dc:description>
  <cp:lastModifiedBy>Faran Inamdar</cp:lastModifiedBy>
  <cp:revision>9</cp:revision>
  <dcterms:created xsi:type="dcterms:W3CDTF">2013-01-27T09:14:16Z</dcterms:created>
  <dcterms:modified xsi:type="dcterms:W3CDTF">2026-02-01T05:35:33Z</dcterms:modified>
  <cp:category/>
</cp:coreProperties>
</file>